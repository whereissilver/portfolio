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y="5143500" cx="9144000"/>
  <p:notesSz cx="6858000" cy="9144000"/>
  <p:embeddedFontLst>
    <p:embeddedFont>
      <p:font typeface="Nunito"/>
      <p:regular r:id="rId20"/>
      <p:bold r:id="rId21"/>
      <p:italic r:id="rId22"/>
      <p:boldItalic r:id="rId2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Nunito-regular.fntdata"/><Relationship Id="rId11" Type="http://schemas.openxmlformats.org/officeDocument/2006/relationships/slide" Target="slides/slide6.xml"/><Relationship Id="rId22" Type="http://schemas.openxmlformats.org/officeDocument/2006/relationships/font" Target="fonts/Nunito-italic.fntdata"/><Relationship Id="rId10" Type="http://schemas.openxmlformats.org/officeDocument/2006/relationships/slide" Target="slides/slide5.xml"/><Relationship Id="rId21" Type="http://schemas.openxmlformats.org/officeDocument/2006/relationships/font" Target="fonts/Nunito-bold.fntdata"/><Relationship Id="rId13" Type="http://schemas.openxmlformats.org/officeDocument/2006/relationships/slide" Target="slides/slide8.xml"/><Relationship Id="rId12" Type="http://schemas.openxmlformats.org/officeDocument/2006/relationships/slide" Target="slides/slide7.xml"/><Relationship Id="rId23" Type="http://schemas.openxmlformats.org/officeDocument/2006/relationships/font" Target="fonts/Nunito-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79563e858e_0_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379563e858e_0_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7d9ad77ff0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7d9ad77ff0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79563e858e_0_3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379563e858e_0_3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79563e858e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379563e858e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379563e858e_0_2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379563e858e_0_2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379563e858e_0_2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379563e858e_0_2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379563e858e_0_2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g379563e858e_0_2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37d923e684f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37d923e684f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7d923e684f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37d923e684f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7d923e684f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37d923e684f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379563e858e_0_2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1" name="Google Shape;211;g379563e858e_0_2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379563e858e_0_2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8" name="Google Shape;218;g379563e858e_0_2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379563e858e_0_2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8" name="Google Shape;228;g379563e858e_0_2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6"/>
        </a:solidFill>
      </p:bgPr>
    </p:bg>
    <p:spTree>
      <p:nvGrpSpPr>
        <p:cNvPr id="9" name="Shape 9"/>
        <p:cNvGrpSpPr/>
        <p:nvPr/>
      </p:nvGrpSpPr>
      <p:grpSpPr>
        <a:xfrm>
          <a:off x="0" y="0"/>
          <a:ext cx="0" cy="0"/>
          <a:chOff x="0" y="0"/>
          <a:chExt cx="0" cy="0"/>
        </a:xfrm>
      </p:grpSpPr>
      <p:sp>
        <p:nvSpPr>
          <p:cNvPr id="10" name="Google Shape;10;p2"/>
          <p:cNvSpPr/>
          <p:nvPr/>
        </p:nvSpPr>
        <p:spPr>
          <a:xfrm>
            <a:off x="31" y="2824500"/>
            <a:ext cx="7370400" cy="23190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flipH="1">
            <a:off x="3582600" y="1550700"/>
            <a:ext cx="5561400" cy="35928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rot="10800000">
            <a:off x="5058905" y="0"/>
            <a:ext cx="4085100" cy="20526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20327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 name="Google Shape;14;p2"/>
          <p:cNvGrpSpPr/>
          <p:nvPr/>
        </p:nvGrpSpPr>
        <p:grpSpPr>
          <a:xfrm>
            <a:off x="255200" y="592"/>
            <a:ext cx="2250363" cy="1044300"/>
            <a:chOff x="255200" y="592"/>
            <a:chExt cx="2250363" cy="1044300"/>
          </a:xfrm>
        </p:grpSpPr>
        <p:sp>
          <p:nvSpPr>
            <p:cNvPr id="15" name="Google Shape;15;p2"/>
            <p:cNvSpPr/>
            <p:nvPr/>
          </p:nvSpPr>
          <p:spPr>
            <a:xfrm>
              <a:off x="764063"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509632"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255200"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 name="Google Shape;18;p2"/>
          <p:cNvGrpSpPr/>
          <p:nvPr/>
        </p:nvGrpSpPr>
        <p:grpSpPr>
          <a:xfrm>
            <a:off x="905395" y="592"/>
            <a:ext cx="2250363" cy="1044300"/>
            <a:chOff x="905395" y="592"/>
            <a:chExt cx="2250363" cy="1044300"/>
          </a:xfrm>
        </p:grpSpPr>
        <p:sp>
          <p:nvSpPr>
            <p:cNvPr id="19" name="Google Shape;19;p2"/>
            <p:cNvSpPr/>
            <p:nvPr/>
          </p:nvSpPr>
          <p:spPr>
            <a:xfrm>
              <a:off x="1414258"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1159826"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905395"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 name="Google Shape;22;p2"/>
          <p:cNvGrpSpPr/>
          <p:nvPr/>
        </p:nvGrpSpPr>
        <p:grpSpPr>
          <a:xfrm>
            <a:off x="7057468" y="5088"/>
            <a:ext cx="1851282" cy="752108"/>
            <a:chOff x="6917201" y="0"/>
            <a:chExt cx="2227777" cy="863400"/>
          </a:xfrm>
        </p:grpSpPr>
        <p:sp>
          <p:nvSpPr>
            <p:cNvPr id="23" name="Google Shape;23;p2"/>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2"/>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 name="Google Shape;26;p2"/>
          <p:cNvGrpSpPr/>
          <p:nvPr/>
        </p:nvGrpSpPr>
        <p:grpSpPr>
          <a:xfrm>
            <a:off x="6553032" y="4217852"/>
            <a:ext cx="2389068" cy="925737"/>
            <a:chOff x="6917201" y="0"/>
            <a:chExt cx="2227777" cy="863400"/>
          </a:xfrm>
        </p:grpSpPr>
        <p:sp>
          <p:nvSpPr>
            <p:cNvPr id="27" name="Google Shape;27;p2"/>
            <p:cNvSpPr/>
            <p:nvPr/>
          </p:nvSpPr>
          <p:spPr>
            <a:xfrm>
              <a:off x="7641677"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7279439"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2"/>
            <p:cNvSpPr/>
            <p:nvPr/>
          </p:nvSpPr>
          <p:spPr>
            <a:xfrm>
              <a:off x="6917201"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 name="Google Shape;30;p2"/>
          <p:cNvGrpSpPr/>
          <p:nvPr/>
        </p:nvGrpSpPr>
        <p:grpSpPr>
          <a:xfrm>
            <a:off x="199149" y="4055652"/>
            <a:ext cx="2795414" cy="1083308"/>
            <a:chOff x="6917201" y="0"/>
            <a:chExt cx="2227777" cy="863400"/>
          </a:xfrm>
        </p:grpSpPr>
        <p:sp>
          <p:nvSpPr>
            <p:cNvPr id="31" name="Google Shape;31;p2"/>
            <p:cNvSpPr/>
            <p:nvPr/>
          </p:nvSpPr>
          <p:spPr>
            <a:xfrm>
              <a:off x="7641677"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2"/>
            <p:cNvSpPr/>
            <p:nvPr/>
          </p:nvSpPr>
          <p:spPr>
            <a:xfrm>
              <a:off x="7279439"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2"/>
            <p:cNvSpPr/>
            <p:nvPr/>
          </p:nvSpPr>
          <p:spPr>
            <a:xfrm>
              <a:off x="6917201"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 name="Google Shape;34;p2"/>
          <p:cNvSpPr txBox="1"/>
          <p:nvPr>
            <p:ph type="ctrTitle"/>
          </p:nvPr>
        </p:nvSpPr>
        <p:spPr>
          <a:xfrm>
            <a:off x="1858703" y="1822833"/>
            <a:ext cx="5361300" cy="14481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p:txBody>
      </p:sp>
      <p:sp>
        <p:nvSpPr>
          <p:cNvPr id="35" name="Google Shape;35;p2"/>
          <p:cNvSpPr txBox="1"/>
          <p:nvPr>
            <p:ph idx="1" type="subTitle"/>
          </p:nvPr>
        </p:nvSpPr>
        <p:spPr>
          <a:xfrm>
            <a:off x="1858700" y="3413158"/>
            <a:ext cx="5361300" cy="52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1600"/>
              <a:buNone/>
              <a:defRPr sz="1600">
                <a:solidFill>
                  <a:schemeClr val="lt1"/>
                </a:solidFill>
              </a:defRPr>
            </a:lvl1pPr>
            <a:lvl2pPr lvl="1" algn="ctr">
              <a:lnSpc>
                <a:spcPct val="100000"/>
              </a:lnSpc>
              <a:spcBef>
                <a:spcPts val="0"/>
              </a:spcBef>
              <a:spcAft>
                <a:spcPts val="0"/>
              </a:spcAft>
              <a:buClr>
                <a:schemeClr val="lt1"/>
              </a:buClr>
              <a:buSzPts val="1600"/>
              <a:buNone/>
              <a:defRPr sz="1600">
                <a:solidFill>
                  <a:schemeClr val="lt1"/>
                </a:solidFill>
              </a:defRPr>
            </a:lvl2pPr>
            <a:lvl3pPr lvl="2" algn="ctr">
              <a:lnSpc>
                <a:spcPct val="100000"/>
              </a:lnSpc>
              <a:spcBef>
                <a:spcPts val="0"/>
              </a:spcBef>
              <a:spcAft>
                <a:spcPts val="0"/>
              </a:spcAft>
              <a:buClr>
                <a:schemeClr val="lt1"/>
              </a:buClr>
              <a:buSzPts val="1600"/>
              <a:buNone/>
              <a:defRPr sz="1600">
                <a:solidFill>
                  <a:schemeClr val="lt1"/>
                </a:solidFill>
              </a:defRPr>
            </a:lvl3pPr>
            <a:lvl4pPr lvl="3" algn="ctr">
              <a:lnSpc>
                <a:spcPct val="100000"/>
              </a:lnSpc>
              <a:spcBef>
                <a:spcPts val="0"/>
              </a:spcBef>
              <a:spcAft>
                <a:spcPts val="0"/>
              </a:spcAft>
              <a:buClr>
                <a:schemeClr val="lt1"/>
              </a:buClr>
              <a:buSzPts val="1600"/>
              <a:buNone/>
              <a:defRPr sz="1600">
                <a:solidFill>
                  <a:schemeClr val="lt1"/>
                </a:solidFill>
              </a:defRPr>
            </a:lvl4pPr>
            <a:lvl5pPr lvl="4" algn="ctr">
              <a:lnSpc>
                <a:spcPct val="100000"/>
              </a:lnSpc>
              <a:spcBef>
                <a:spcPts val="0"/>
              </a:spcBef>
              <a:spcAft>
                <a:spcPts val="0"/>
              </a:spcAft>
              <a:buClr>
                <a:schemeClr val="lt1"/>
              </a:buClr>
              <a:buSzPts val="1600"/>
              <a:buNone/>
              <a:defRPr sz="1600">
                <a:solidFill>
                  <a:schemeClr val="lt1"/>
                </a:solidFill>
              </a:defRPr>
            </a:lvl5pPr>
            <a:lvl6pPr lvl="5" algn="ctr">
              <a:lnSpc>
                <a:spcPct val="100000"/>
              </a:lnSpc>
              <a:spcBef>
                <a:spcPts val="0"/>
              </a:spcBef>
              <a:spcAft>
                <a:spcPts val="0"/>
              </a:spcAft>
              <a:buClr>
                <a:schemeClr val="lt1"/>
              </a:buClr>
              <a:buSzPts val="1600"/>
              <a:buNone/>
              <a:defRPr sz="1600">
                <a:solidFill>
                  <a:schemeClr val="lt1"/>
                </a:solidFill>
              </a:defRPr>
            </a:lvl6pPr>
            <a:lvl7pPr lvl="6" algn="ctr">
              <a:lnSpc>
                <a:spcPct val="100000"/>
              </a:lnSpc>
              <a:spcBef>
                <a:spcPts val="0"/>
              </a:spcBef>
              <a:spcAft>
                <a:spcPts val="0"/>
              </a:spcAft>
              <a:buClr>
                <a:schemeClr val="lt1"/>
              </a:buClr>
              <a:buSzPts val="1600"/>
              <a:buNone/>
              <a:defRPr sz="1600">
                <a:solidFill>
                  <a:schemeClr val="lt1"/>
                </a:solidFill>
              </a:defRPr>
            </a:lvl7pPr>
            <a:lvl8pPr lvl="7" algn="ctr">
              <a:lnSpc>
                <a:spcPct val="100000"/>
              </a:lnSpc>
              <a:spcBef>
                <a:spcPts val="0"/>
              </a:spcBef>
              <a:spcAft>
                <a:spcPts val="0"/>
              </a:spcAft>
              <a:buClr>
                <a:schemeClr val="lt1"/>
              </a:buClr>
              <a:buSzPts val="1600"/>
              <a:buNone/>
              <a:defRPr sz="1600">
                <a:solidFill>
                  <a:schemeClr val="lt1"/>
                </a:solidFill>
              </a:defRPr>
            </a:lvl8pPr>
            <a:lvl9pPr lvl="8" algn="ctr">
              <a:lnSpc>
                <a:spcPct val="100000"/>
              </a:lnSpc>
              <a:spcBef>
                <a:spcPts val="0"/>
              </a:spcBef>
              <a:spcAft>
                <a:spcPts val="0"/>
              </a:spcAft>
              <a:buClr>
                <a:schemeClr val="lt1"/>
              </a:buClr>
              <a:buSzPts val="1600"/>
              <a:buNone/>
              <a:defRPr sz="1600">
                <a:solidFill>
                  <a:schemeClr val="lt1"/>
                </a:solidFill>
              </a:defRPr>
            </a:lvl9pPr>
          </a:lstStyle>
          <a:p/>
        </p:txBody>
      </p:sp>
      <p:sp>
        <p:nvSpPr>
          <p:cNvPr id="36" name="Google Shape;36;p2"/>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3"/>
        </a:solidFill>
      </p:bgPr>
    </p:bg>
    <p:spTree>
      <p:nvGrpSpPr>
        <p:cNvPr id="37" name="Shape 37"/>
        <p:cNvGrpSpPr/>
        <p:nvPr/>
      </p:nvGrpSpPr>
      <p:grpSpPr>
        <a:xfrm>
          <a:off x="0" y="0"/>
          <a:ext cx="0" cy="0"/>
          <a:chOff x="0" y="0"/>
          <a:chExt cx="0" cy="0"/>
        </a:xfrm>
      </p:grpSpPr>
      <p:sp>
        <p:nvSpPr>
          <p:cNvPr id="38" name="Google Shape;38;p3"/>
          <p:cNvSpPr/>
          <p:nvPr/>
        </p:nvSpPr>
        <p:spPr>
          <a:xfrm flipH="1">
            <a:off x="4757100" y="2309400"/>
            <a:ext cx="4386900" cy="28341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9" name="Google Shape;39;p3"/>
          <p:cNvGrpSpPr/>
          <p:nvPr/>
        </p:nvGrpSpPr>
        <p:grpSpPr>
          <a:xfrm>
            <a:off x="5594191" y="3961115"/>
            <a:ext cx="2910145" cy="1182340"/>
            <a:chOff x="6917201" y="0"/>
            <a:chExt cx="2227777" cy="863400"/>
          </a:xfrm>
        </p:grpSpPr>
        <p:sp>
          <p:nvSpPr>
            <p:cNvPr id="40" name="Google Shape;40;p3"/>
            <p:cNvSpPr/>
            <p:nvPr/>
          </p:nvSpPr>
          <p:spPr>
            <a:xfrm>
              <a:off x="7641677"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3"/>
            <p:cNvSpPr/>
            <p:nvPr/>
          </p:nvSpPr>
          <p:spPr>
            <a:xfrm>
              <a:off x="7279439"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3"/>
            <p:cNvSpPr/>
            <p:nvPr/>
          </p:nvSpPr>
          <p:spPr>
            <a:xfrm>
              <a:off x="6917201"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 name="Google Shape;43;p3"/>
          <p:cNvGrpSpPr/>
          <p:nvPr/>
        </p:nvGrpSpPr>
        <p:grpSpPr>
          <a:xfrm>
            <a:off x="199149" y="2"/>
            <a:ext cx="2795414" cy="1083308"/>
            <a:chOff x="6917201" y="0"/>
            <a:chExt cx="2227777" cy="863400"/>
          </a:xfrm>
        </p:grpSpPr>
        <p:sp>
          <p:nvSpPr>
            <p:cNvPr id="44" name="Google Shape;44;p3"/>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3"/>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3"/>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7" name="Google Shape;47;p3"/>
          <p:cNvSpPr txBox="1"/>
          <p:nvPr>
            <p:ph type="title"/>
          </p:nvPr>
        </p:nvSpPr>
        <p:spPr>
          <a:xfrm>
            <a:off x="1888684" y="1746100"/>
            <a:ext cx="5377500" cy="16461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2"/>
              </a:buClr>
              <a:buSzPts val="3200"/>
              <a:buNone/>
              <a:defRPr sz="3200">
                <a:solidFill>
                  <a:schemeClr val="dk2"/>
                </a:solidFill>
              </a:defRPr>
            </a:lvl1pPr>
            <a:lvl2pPr lvl="1" algn="ctr">
              <a:spcBef>
                <a:spcPts val="0"/>
              </a:spcBef>
              <a:spcAft>
                <a:spcPts val="0"/>
              </a:spcAft>
              <a:buClr>
                <a:schemeClr val="dk2"/>
              </a:buClr>
              <a:buSzPts val="3200"/>
              <a:buNone/>
              <a:defRPr sz="3200">
                <a:solidFill>
                  <a:schemeClr val="dk2"/>
                </a:solidFill>
              </a:defRPr>
            </a:lvl2pPr>
            <a:lvl3pPr lvl="2" algn="ctr">
              <a:spcBef>
                <a:spcPts val="0"/>
              </a:spcBef>
              <a:spcAft>
                <a:spcPts val="0"/>
              </a:spcAft>
              <a:buClr>
                <a:schemeClr val="dk2"/>
              </a:buClr>
              <a:buSzPts val="3200"/>
              <a:buNone/>
              <a:defRPr sz="3200">
                <a:solidFill>
                  <a:schemeClr val="dk2"/>
                </a:solidFill>
              </a:defRPr>
            </a:lvl3pPr>
            <a:lvl4pPr lvl="3" algn="ctr">
              <a:spcBef>
                <a:spcPts val="0"/>
              </a:spcBef>
              <a:spcAft>
                <a:spcPts val="0"/>
              </a:spcAft>
              <a:buClr>
                <a:schemeClr val="dk2"/>
              </a:buClr>
              <a:buSzPts val="3200"/>
              <a:buNone/>
              <a:defRPr sz="3200">
                <a:solidFill>
                  <a:schemeClr val="dk2"/>
                </a:solidFill>
              </a:defRPr>
            </a:lvl4pPr>
            <a:lvl5pPr lvl="4" algn="ctr">
              <a:spcBef>
                <a:spcPts val="0"/>
              </a:spcBef>
              <a:spcAft>
                <a:spcPts val="0"/>
              </a:spcAft>
              <a:buClr>
                <a:schemeClr val="dk2"/>
              </a:buClr>
              <a:buSzPts val="3200"/>
              <a:buNone/>
              <a:defRPr sz="3200">
                <a:solidFill>
                  <a:schemeClr val="dk2"/>
                </a:solidFill>
              </a:defRPr>
            </a:lvl5pPr>
            <a:lvl6pPr lvl="5" algn="ctr">
              <a:spcBef>
                <a:spcPts val="0"/>
              </a:spcBef>
              <a:spcAft>
                <a:spcPts val="0"/>
              </a:spcAft>
              <a:buClr>
                <a:schemeClr val="dk2"/>
              </a:buClr>
              <a:buSzPts val="3200"/>
              <a:buNone/>
              <a:defRPr sz="3200">
                <a:solidFill>
                  <a:schemeClr val="dk2"/>
                </a:solidFill>
              </a:defRPr>
            </a:lvl6pPr>
            <a:lvl7pPr lvl="6" algn="ctr">
              <a:spcBef>
                <a:spcPts val="0"/>
              </a:spcBef>
              <a:spcAft>
                <a:spcPts val="0"/>
              </a:spcAft>
              <a:buClr>
                <a:schemeClr val="dk2"/>
              </a:buClr>
              <a:buSzPts val="3200"/>
              <a:buNone/>
              <a:defRPr sz="3200">
                <a:solidFill>
                  <a:schemeClr val="dk2"/>
                </a:solidFill>
              </a:defRPr>
            </a:lvl7pPr>
            <a:lvl8pPr lvl="7" algn="ctr">
              <a:spcBef>
                <a:spcPts val="0"/>
              </a:spcBef>
              <a:spcAft>
                <a:spcPts val="0"/>
              </a:spcAft>
              <a:buClr>
                <a:schemeClr val="dk2"/>
              </a:buClr>
              <a:buSzPts val="3200"/>
              <a:buNone/>
              <a:defRPr sz="3200">
                <a:solidFill>
                  <a:schemeClr val="dk2"/>
                </a:solidFill>
              </a:defRPr>
            </a:lvl8pPr>
            <a:lvl9pPr lvl="8" algn="ctr">
              <a:spcBef>
                <a:spcPts val="0"/>
              </a:spcBef>
              <a:spcAft>
                <a:spcPts val="0"/>
              </a:spcAft>
              <a:buClr>
                <a:schemeClr val="dk2"/>
              </a:buClr>
              <a:buSzPts val="3200"/>
              <a:buNone/>
              <a:defRPr sz="3200">
                <a:solidFill>
                  <a:schemeClr val="dk2"/>
                </a:solidFill>
              </a:defRPr>
            </a:lvl9pPr>
          </a:lstStyle>
          <a:p/>
        </p:txBody>
      </p:sp>
      <p:sp>
        <p:nvSpPr>
          <p:cNvPr id="48" name="Google Shape;48;p3"/>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bg>
      <p:bgPr>
        <a:solidFill>
          <a:schemeClr val="dk2"/>
        </a:solidFill>
      </p:bgPr>
    </p:bg>
    <p:spTree>
      <p:nvGrpSpPr>
        <p:cNvPr id="49" name="Shape 49"/>
        <p:cNvGrpSpPr/>
        <p:nvPr/>
      </p:nvGrpSpPr>
      <p:grpSpPr>
        <a:xfrm>
          <a:off x="0" y="0"/>
          <a:ext cx="0" cy="0"/>
          <a:chOff x="0" y="0"/>
          <a:chExt cx="0" cy="0"/>
        </a:xfrm>
      </p:grpSpPr>
      <p:sp>
        <p:nvSpPr>
          <p:cNvPr id="50" name="Google Shape;50;p4"/>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4"/>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4"/>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4"/>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54" name="Google Shape;54;p4"/>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5" name="Google Shape;55;p4"/>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chemeClr val="dk2"/>
        </a:solidFill>
      </p:bgPr>
    </p:bg>
    <p:spTree>
      <p:nvGrpSpPr>
        <p:cNvPr id="56" name="Shape 56"/>
        <p:cNvGrpSpPr/>
        <p:nvPr/>
      </p:nvGrpSpPr>
      <p:grpSpPr>
        <a:xfrm>
          <a:off x="0" y="0"/>
          <a:ext cx="0" cy="0"/>
          <a:chOff x="0" y="0"/>
          <a:chExt cx="0" cy="0"/>
        </a:xfrm>
      </p:grpSpPr>
      <p:sp>
        <p:nvSpPr>
          <p:cNvPr id="57" name="Google Shape;57;p5"/>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5"/>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5"/>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5"/>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61" name="Google Shape;61;p5"/>
          <p:cNvSpPr txBox="1"/>
          <p:nvPr>
            <p:ph idx="1" type="body"/>
          </p:nvPr>
        </p:nvSpPr>
        <p:spPr>
          <a:xfrm>
            <a:off x="819150" y="1990725"/>
            <a:ext cx="36861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2" name="Google Shape;62;p5"/>
          <p:cNvSpPr txBox="1"/>
          <p:nvPr>
            <p:ph idx="2" type="body"/>
          </p:nvPr>
        </p:nvSpPr>
        <p:spPr>
          <a:xfrm>
            <a:off x="4638675" y="1990725"/>
            <a:ext cx="36861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3" name="Google Shape;63;p5"/>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solidFill>
          <a:schemeClr val="dk2"/>
        </a:solidFill>
      </p:bgPr>
    </p:bg>
    <p:spTree>
      <p:nvGrpSpPr>
        <p:cNvPr id="64" name="Shape 64"/>
        <p:cNvGrpSpPr/>
        <p:nvPr/>
      </p:nvGrpSpPr>
      <p:grpSpPr>
        <a:xfrm>
          <a:off x="0" y="0"/>
          <a:ext cx="0" cy="0"/>
          <a:chOff x="0" y="0"/>
          <a:chExt cx="0" cy="0"/>
        </a:xfrm>
      </p:grpSpPr>
      <p:sp>
        <p:nvSpPr>
          <p:cNvPr id="65" name="Google Shape;65;p6"/>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6"/>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6"/>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6"/>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69" name="Google Shape;69;p6"/>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bg>
      <p:bgPr>
        <a:solidFill>
          <a:schemeClr val="accent3"/>
        </a:solidFill>
      </p:bgPr>
    </p:bg>
    <p:spTree>
      <p:nvGrpSpPr>
        <p:cNvPr id="70" name="Shape 70"/>
        <p:cNvGrpSpPr/>
        <p:nvPr/>
      </p:nvGrpSpPr>
      <p:grpSpPr>
        <a:xfrm>
          <a:off x="0" y="0"/>
          <a:ext cx="0" cy="0"/>
          <a:chOff x="0" y="0"/>
          <a:chExt cx="0" cy="0"/>
        </a:xfrm>
      </p:grpSpPr>
      <p:sp>
        <p:nvSpPr>
          <p:cNvPr id="71" name="Google Shape;71;p7"/>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7"/>
          <p:cNvSpPr/>
          <p:nvPr/>
        </p:nvSpPr>
        <p:spPr>
          <a:xfrm>
            <a:off x="31" y="2824500"/>
            <a:ext cx="7370400" cy="23190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7"/>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7"/>
          <p:cNvSpPr txBox="1"/>
          <p:nvPr>
            <p:ph type="title"/>
          </p:nvPr>
        </p:nvSpPr>
        <p:spPr>
          <a:xfrm>
            <a:off x="819150" y="845600"/>
            <a:ext cx="3709200" cy="13830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75" name="Google Shape;75;p7"/>
          <p:cNvSpPr txBox="1"/>
          <p:nvPr>
            <p:ph idx="1" type="body"/>
          </p:nvPr>
        </p:nvSpPr>
        <p:spPr>
          <a:xfrm>
            <a:off x="830700" y="2319050"/>
            <a:ext cx="3709200" cy="21198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76" name="Google Shape;76;p7"/>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1"/>
        </a:solidFill>
      </p:bgPr>
    </p:bg>
    <p:spTree>
      <p:nvGrpSpPr>
        <p:cNvPr id="77" name="Shape 77"/>
        <p:cNvGrpSpPr/>
        <p:nvPr/>
      </p:nvGrpSpPr>
      <p:grpSpPr>
        <a:xfrm>
          <a:off x="0" y="0"/>
          <a:ext cx="0" cy="0"/>
          <a:chOff x="0" y="0"/>
          <a:chExt cx="0" cy="0"/>
        </a:xfrm>
      </p:grpSpPr>
      <p:sp>
        <p:nvSpPr>
          <p:cNvPr id="78" name="Google Shape;78;p8"/>
          <p:cNvSpPr/>
          <p:nvPr/>
        </p:nvSpPr>
        <p:spPr>
          <a:xfrm>
            <a:off x="0" y="2823144"/>
            <a:ext cx="7369200" cy="23169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flipH="1">
            <a:off x="3583210" y="1554113"/>
            <a:ext cx="5560500" cy="35895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0" name="Google Shape;80;p8"/>
          <p:cNvGrpSpPr/>
          <p:nvPr/>
        </p:nvGrpSpPr>
        <p:grpSpPr>
          <a:xfrm>
            <a:off x="255991" y="-118"/>
            <a:ext cx="2251347" cy="1043408"/>
            <a:chOff x="3961956" y="4383950"/>
            <a:chExt cx="1160548" cy="548700"/>
          </a:xfrm>
        </p:grpSpPr>
        <p:sp>
          <p:nvSpPr>
            <p:cNvPr id="81" name="Google Shape;81;p8"/>
            <p:cNvSpPr/>
            <p:nvPr/>
          </p:nvSpPr>
          <p:spPr>
            <a:xfrm>
              <a:off x="4224904"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a:off x="4093430"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a:off x="3961956"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4" name="Google Shape;84;p8"/>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5" name="Google Shape;85;p8"/>
          <p:cNvGrpSpPr/>
          <p:nvPr/>
        </p:nvGrpSpPr>
        <p:grpSpPr>
          <a:xfrm>
            <a:off x="34934" y="4522125"/>
            <a:ext cx="1593306" cy="617072"/>
            <a:chOff x="6917201" y="0"/>
            <a:chExt cx="2227777" cy="863400"/>
          </a:xfrm>
        </p:grpSpPr>
        <p:sp>
          <p:nvSpPr>
            <p:cNvPr id="86" name="Google Shape;86;p8"/>
            <p:cNvSpPr/>
            <p:nvPr/>
          </p:nvSpPr>
          <p:spPr>
            <a:xfrm>
              <a:off x="7641677"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a:off x="7279439"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a:off x="6917201"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9" name="Google Shape;89;p8"/>
          <p:cNvGrpSpPr/>
          <p:nvPr/>
        </p:nvGrpSpPr>
        <p:grpSpPr>
          <a:xfrm>
            <a:off x="5886353" y="1243"/>
            <a:ext cx="3257455" cy="1261514"/>
            <a:chOff x="6917201" y="0"/>
            <a:chExt cx="2227777" cy="863400"/>
          </a:xfrm>
        </p:grpSpPr>
        <p:sp>
          <p:nvSpPr>
            <p:cNvPr id="90" name="Google Shape;90;p8"/>
            <p:cNvSpPr/>
            <p:nvPr/>
          </p:nvSpPr>
          <p:spPr>
            <a:xfrm>
              <a:off x="7641677"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8"/>
            <p:cNvSpPr/>
            <p:nvPr/>
          </p:nvSpPr>
          <p:spPr>
            <a:xfrm>
              <a:off x="7279439"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8"/>
            <p:cNvSpPr/>
            <p:nvPr/>
          </p:nvSpPr>
          <p:spPr>
            <a:xfrm>
              <a:off x="6917201"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3" name="Google Shape;93;p8"/>
          <p:cNvSpPr txBox="1"/>
          <p:nvPr>
            <p:ph type="title"/>
          </p:nvPr>
        </p:nvSpPr>
        <p:spPr>
          <a:xfrm>
            <a:off x="1393929" y="1301146"/>
            <a:ext cx="6366900" cy="25392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200"/>
              <a:buNone/>
              <a:defRPr sz="3200"/>
            </a:lvl1pPr>
            <a:lvl2pPr lvl="1" algn="ctr">
              <a:spcBef>
                <a:spcPts val="0"/>
              </a:spcBef>
              <a:spcAft>
                <a:spcPts val="0"/>
              </a:spcAft>
              <a:buSzPts val="3200"/>
              <a:buNone/>
              <a:defRPr sz="3200"/>
            </a:lvl2pPr>
            <a:lvl3pPr lvl="2" algn="ctr">
              <a:spcBef>
                <a:spcPts val="0"/>
              </a:spcBef>
              <a:spcAft>
                <a:spcPts val="0"/>
              </a:spcAft>
              <a:buSzPts val="3200"/>
              <a:buNone/>
              <a:defRPr sz="3200"/>
            </a:lvl3pPr>
            <a:lvl4pPr lvl="3" algn="ctr">
              <a:spcBef>
                <a:spcPts val="0"/>
              </a:spcBef>
              <a:spcAft>
                <a:spcPts val="0"/>
              </a:spcAft>
              <a:buSzPts val="3200"/>
              <a:buNone/>
              <a:defRPr sz="3200"/>
            </a:lvl4pPr>
            <a:lvl5pPr lvl="4" algn="ctr">
              <a:spcBef>
                <a:spcPts val="0"/>
              </a:spcBef>
              <a:spcAft>
                <a:spcPts val="0"/>
              </a:spcAft>
              <a:buSzPts val="3200"/>
              <a:buNone/>
              <a:defRPr sz="3200"/>
            </a:lvl5pPr>
            <a:lvl6pPr lvl="5" algn="ctr">
              <a:spcBef>
                <a:spcPts val="0"/>
              </a:spcBef>
              <a:spcAft>
                <a:spcPts val="0"/>
              </a:spcAft>
              <a:buSzPts val="3200"/>
              <a:buNone/>
              <a:defRPr sz="3200"/>
            </a:lvl6pPr>
            <a:lvl7pPr lvl="6" algn="ctr">
              <a:spcBef>
                <a:spcPts val="0"/>
              </a:spcBef>
              <a:spcAft>
                <a:spcPts val="0"/>
              </a:spcAft>
              <a:buSzPts val="3200"/>
              <a:buNone/>
              <a:defRPr sz="3200"/>
            </a:lvl7pPr>
            <a:lvl8pPr lvl="7" algn="ctr">
              <a:spcBef>
                <a:spcPts val="0"/>
              </a:spcBef>
              <a:spcAft>
                <a:spcPts val="0"/>
              </a:spcAft>
              <a:buSzPts val="3200"/>
              <a:buNone/>
              <a:defRPr sz="3200"/>
            </a:lvl8pPr>
            <a:lvl9pPr lvl="8" algn="ctr">
              <a:spcBef>
                <a:spcPts val="0"/>
              </a:spcBef>
              <a:spcAft>
                <a:spcPts val="0"/>
              </a:spcAft>
              <a:buSzPts val="3200"/>
              <a:buNone/>
              <a:defRPr sz="3200"/>
            </a:lvl9pPr>
          </a:lstStyle>
          <a:p/>
        </p:txBody>
      </p:sp>
      <p:sp>
        <p:nvSpPr>
          <p:cNvPr id="94" name="Google Shape;94;p8"/>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bg>
      <p:bgPr>
        <a:solidFill>
          <a:schemeClr val="dk2"/>
        </a:solidFill>
      </p:bgPr>
    </p:bg>
    <p:spTree>
      <p:nvGrpSpPr>
        <p:cNvPr id="95" name="Shape 95"/>
        <p:cNvGrpSpPr/>
        <p:nvPr/>
      </p:nvGrpSpPr>
      <p:grpSpPr>
        <a:xfrm>
          <a:off x="0" y="0"/>
          <a:ext cx="0" cy="0"/>
          <a:chOff x="0" y="0"/>
          <a:chExt cx="0" cy="0"/>
        </a:xfrm>
      </p:grpSpPr>
      <p:sp>
        <p:nvSpPr>
          <p:cNvPr id="96" name="Google Shape;96;p9"/>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9"/>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9"/>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9"/>
          <p:cNvSpPr txBox="1"/>
          <p:nvPr>
            <p:ph type="title"/>
          </p:nvPr>
        </p:nvSpPr>
        <p:spPr>
          <a:xfrm>
            <a:off x="819150" y="845600"/>
            <a:ext cx="6424200" cy="7050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00" name="Google Shape;100;p9"/>
          <p:cNvSpPr txBox="1"/>
          <p:nvPr>
            <p:ph idx="1" type="subTitle"/>
          </p:nvPr>
        </p:nvSpPr>
        <p:spPr>
          <a:xfrm>
            <a:off x="819150" y="1550700"/>
            <a:ext cx="5859900" cy="3936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p:txBody>
      </p:sp>
      <p:sp>
        <p:nvSpPr>
          <p:cNvPr id="101" name="Google Shape;101;p9"/>
          <p:cNvSpPr txBox="1"/>
          <p:nvPr>
            <p:ph idx="2" type="body"/>
          </p:nvPr>
        </p:nvSpPr>
        <p:spPr>
          <a:xfrm>
            <a:off x="819150" y="2467050"/>
            <a:ext cx="5859900" cy="209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02" name="Google Shape;102;p9"/>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bg>
      <p:bgPr>
        <a:solidFill>
          <a:schemeClr val="accent1"/>
        </a:solidFill>
      </p:bgPr>
    </p:bg>
    <p:spTree>
      <p:nvGrpSpPr>
        <p:cNvPr id="103" name="Shape 103"/>
        <p:cNvGrpSpPr/>
        <p:nvPr/>
      </p:nvGrpSpPr>
      <p:grpSpPr>
        <a:xfrm>
          <a:off x="0" y="0"/>
          <a:ext cx="0" cy="0"/>
          <a:chOff x="0" y="0"/>
          <a:chExt cx="0" cy="0"/>
        </a:xfrm>
      </p:grpSpPr>
      <p:sp>
        <p:nvSpPr>
          <p:cNvPr id="104" name="Google Shape;104;p10"/>
          <p:cNvSpPr/>
          <p:nvPr/>
        </p:nvSpPr>
        <p:spPr>
          <a:xfrm>
            <a:off x="31" y="2824500"/>
            <a:ext cx="7370400" cy="23190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10"/>
          <p:cNvSpPr/>
          <p:nvPr/>
        </p:nvSpPr>
        <p:spPr>
          <a:xfrm flipH="1">
            <a:off x="3582600" y="1550700"/>
            <a:ext cx="5561400" cy="35928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10"/>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10"/>
          <p:cNvSpPr txBox="1"/>
          <p:nvPr>
            <p:ph idx="1" type="body"/>
          </p:nvPr>
        </p:nvSpPr>
        <p:spPr>
          <a:xfrm>
            <a:off x="328025" y="4163500"/>
            <a:ext cx="7415100" cy="605100"/>
          </a:xfrm>
          <a:prstGeom prst="rect">
            <a:avLst/>
          </a:prstGeom>
        </p:spPr>
        <p:txBody>
          <a:bodyPr anchorCtr="0" anchor="b"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08" name="Google Shape;108;p10"/>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3"/>
        </a:solidFill>
      </p:bgPr>
    </p:bg>
    <p:spTree>
      <p:nvGrpSpPr>
        <p:cNvPr id="109" name="Shape 109"/>
        <p:cNvGrpSpPr/>
        <p:nvPr/>
      </p:nvGrpSpPr>
      <p:grpSpPr>
        <a:xfrm>
          <a:off x="0" y="0"/>
          <a:ext cx="0" cy="0"/>
          <a:chOff x="0" y="0"/>
          <a:chExt cx="0" cy="0"/>
        </a:xfrm>
      </p:grpSpPr>
      <p:sp>
        <p:nvSpPr>
          <p:cNvPr id="110" name="Google Shape;110;p11"/>
          <p:cNvSpPr/>
          <p:nvPr/>
        </p:nvSpPr>
        <p:spPr>
          <a:xfrm flipH="1">
            <a:off x="5569200" y="2834075"/>
            <a:ext cx="3574800" cy="23094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1" name="Google Shape;111;p11"/>
          <p:cNvGrpSpPr/>
          <p:nvPr/>
        </p:nvGrpSpPr>
        <p:grpSpPr>
          <a:xfrm>
            <a:off x="5959222" y="4119576"/>
            <a:ext cx="2520952" cy="1024165"/>
            <a:chOff x="6917201" y="0"/>
            <a:chExt cx="2227777" cy="863400"/>
          </a:xfrm>
        </p:grpSpPr>
        <p:sp>
          <p:nvSpPr>
            <p:cNvPr id="112" name="Google Shape;112;p11"/>
            <p:cNvSpPr/>
            <p:nvPr/>
          </p:nvSpPr>
          <p:spPr>
            <a:xfrm>
              <a:off x="7641677"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a:off x="7279439"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a:off x="6917201"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5" name="Google Shape;115;p11"/>
          <p:cNvGrpSpPr/>
          <p:nvPr/>
        </p:nvGrpSpPr>
        <p:grpSpPr>
          <a:xfrm>
            <a:off x="199149" y="2"/>
            <a:ext cx="2795414" cy="1083308"/>
            <a:chOff x="6917201" y="0"/>
            <a:chExt cx="2227777" cy="863400"/>
          </a:xfrm>
        </p:grpSpPr>
        <p:sp>
          <p:nvSpPr>
            <p:cNvPr id="116" name="Google Shape;116;p11"/>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9" name="Google Shape;119;p11"/>
          <p:cNvSpPr txBox="1"/>
          <p:nvPr>
            <p:ph hasCustomPrompt="1" type="title"/>
          </p:nvPr>
        </p:nvSpPr>
        <p:spPr>
          <a:xfrm>
            <a:off x="1385850" y="1383850"/>
            <a:ext cx="6372300" cy="13797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2"/>
              </a:buClr>
              <a:buSzPts val="8600"/>
              <a:buNone/>
              <a:defRPr sz="8600">
                <a:solidFill>
                  <a:schemeClr val="dk2"/>
                </a:solidFill>
              </a:defRPr>
            </a:lvl1pPr>
            <a:lvl2pPr lvl="1" algn="ctr">
              <a:spcBef>
                <a:spcPts val="0"/>
              </a:spcBef>
              <a:spcAft>
                <a:spcPts val="0"/>
              </a:spcAft>
              <a:buClr>
                <a:schemeClr val="dk2"/>
              </a:buClr>
              <a:buSzPts val="8600"/>
              <a:buNone/>
              <a:defRPr sz="8600">
                <a:solidFill>
                  <a:schemeClr val="dk2"/>
                </a:solidFill>
              </a:defRPr>
            </a:lvl2pPr>
            <a:lvl3pPr lvl="2" algn="ctr">
              <a:spcBef>
                <a:spcPts val="0"/>
              </a:spcBef>
              <a:spcAft>
                <a:spcPts val="0"/>
              </a:spcAft>
              <a:buClr>
                <a:schemeClr val="dk2"/>
              </a:buClr>
              <a:buSzPts val="8600"/>
              <a:buNone/>
              <a:defRPr sz="8600">
                <a:solidFill>
                  <a:schemeClr val="dk2"/>
                </a:solidFill>
              </a:defRPr>
            </a:lvl3pPr>
            <a:lvl4pPr lvl="3" algn="ctr">
              <a:spcBef>
                <a:spcPts val="0"/>
              </a:spcBef>
              <a:spcAft>
                <a:spcPts val="0"/>
              </a:spcAft>
              <a:buClr>
                <a:schemeClr val="dk2"/>
              </a:buClr>
              <a:buSzPts val="8600"/>
              <a:buNone/>
              <a:defRPr sz="8600">
                <a:solidFill>
                  <a:schemeClr val="dk2"/>
                </a:solidFill>
              </a:defRPr>
            </a:lvl4pPr>
            <a:lvl5pPr lvl="4" algn="ctr">
              <a:spcBef>
                <a:spcPts val="0"/>
              </a:spcBef>
              <a:spcAft>
                <a:spcPts val="0"/>
              </a:spcAft>
              <a:buClr>
                <a:schemeClr val="dk2"/>
              </a:buClr>
              <a:buSzPts val="8600"/>
              <a:buNone/>
              <a:defRPr sz="8600">
                <a:solidFill>
                  <a:schemeClr val="dk2"/>
                </a:solidFill>
              </a:defRPr>
            </a:lvl5pPr>
            <a:lvl6pPr lvl="5" algn="ctr">
              <a:spcBef>
                <a:spcPts val="0"/>
              </a:spcBef>
              <a:spcAft>
                <a:spcPts val="0"/>
              </a:spcAft>
              <a:buClr>
                <a:schemeClr val="dk2"/>
              </a:buClr>
              <a:buSzPts val="8600"/>
              <a:buNone/>
              <a:defRPr sz="8600">
                <a:solidFill>
                  <a:schemeClr val="dk2"/>
                </a:solidFill>
              </a:defRPr>
            </a:lvl6pPr>
            <a:lvl7pPr lvl="6" algn="ctr">
              <a:spcBef>
                <a:spcPts val="0"/>
              </a:spcBef>
              <a:spcAft>
                <a:spcPts val="0"/>
              </a:spcAft>
              <a:buClr>
                <a:schemeClr val="dk2"/>
              </a:buClr>
              <a:buSzPts val="8600"/>
              <a:buNone/>
              <a:defRPr sz="8600">
                <a:solidFill>
                  <a:schemeClr val="dk2"/>
                </a:solidFill>
              </a:defRPr>
            </a:lvl7pPr>
            <a:lvl8pPr lvl="7" algn="ctr">
              <a:spcBef>
                <a:spcPts val="0"/>
              </a:spcBef>
              <a:spcAft>
                <a:spcPts val="0"/>
              </a:spcAft>
              <a:buClr>
                <a:schemeClr val="dk2"/>
              </a:buClr>
              <a:buSzPts val="8600"/>
              <a:buNone/>
              <a:defRPr sz="8600">
                <a:solidFill>
                  <a:schemeClr val="dk2"/>
                </a:solidFill>
              </a:defRPr>
            </a:lvl8pPr>
            <a:lvl9pPr lvl="8" algn="ctr">
              <a:spcBef>
                <a:spcPts val="0"/>
              </a:spcBef>
              <a:spcAft>
                <a:spcPts val="0"/>
              </a:spcAft>
              <a:buClr>
                <a:schemeClr val="dk2"/>
              </a:buClr>
              <a:buSzPts val="8600"/>
              <a:buNone/>
              <a:defRPr sz="8600">
                <a:solidFill>
                  <a:schemeClr val="dk2"/>
                </a:solidFill>
              </a:defRPr>
            </a:lvl9pPr>
          </a:lstStyle>
          <a:p>
            <a:r>
              <a:t>xx%</a:t>
            </a:r>
          </a:p>
        </p:txBody>
      </p:sp>
      <p:sp>
        <p:nvSpPr>
          <p:cNvPr id="120" name="Google Shape;120;p11"/>
          <p:cNvSpPr txBox="1"/>
          <p:nvPr>
            <p:ph idx="1" type="body"/>
          </p:nvPr>
        </p:nvSpPr>
        <p:spPr>
          <a:xfrm>
            <a:off x="1385850" y="2863850"/>
            <a:ext cx="6372300" cy="641100"/>
          </a:xfrm>
          <a:prstGeom prst="rect">
            <a:avLst/>
          </a:prstGeom>
        </p:spPr>
        <p:txBody>
          <a:bodyPr anchorCtr="0" anchor="t" bIns="91425" lIns="91425" spcFirstLastPara="1" rIns="91425" wrap="square" tIns="91425">
            <a:normAutofit/>
          </a:bodyPr>
          <a:lstStyle>
            <a:lvl1pPr indent="-311150" lvl="0" marL="457200" algn="ctr">
              <a:spcBef>
                <a:spcPts val="0"/>
              </a:spcBef>
              <a:spcAft>
                <a:spcPts val="0"/>
              </a:spcAft>
              <a:buSzPts val="1300"/>
              <a:buChar char="●"/>
              <a:defRPr/>
            </a:lvl1pPr>
            <a:lvl2pPr indent="-298450" lvl="1" marL="914400" algn="ctr">
              <a:spcBef>
                <a:spcPts val="0"/>
              </a:spcBef>
              <a:spcAft>
                <a:spcPts val="0"/>
              </a:spcAft>
              <a:buSzPts val="1100"/>
              <a:buChar char="○"/>
              <a:defRPr/>
            </a:lvl2pPr>
            <a:lvl3pPr indent="-298450" lvl="2" marL="1371600" algn="ctr">
              <a:spcBef>
                <a:spcPts val="0"/>
              </a:spcBef>
              <a:spcAft>
                <a:spcPts val="0"/>
              </a:spcAft>
              <a:buSzPts val="1100"/>
              <a:buChar char="■"/>
              <a:defRPr/>
            </a:lvl3pPr>
            <a:lvl4pPr indent="-298450" lvl="3" marL="1828800" algn="ctr">
              <a:spcBef>
                <a:spcPts val="0"/>
              </a:spcBef>
              <a:spcAft>
                <a:spcPts val="0"/>
              </a:spcAft>
              <a:buSzPts val="1100"/>
              <a:buChar char="●"/>
              <a:defRPr/>
            </a:lvl4pPr>
            <a:lvl5pPr indent="-298450" lvl="4" marL="2286000" algn="ctr">
              <a:spcBef>
                <a:spcPts val="0"/>
              </a:spcBef>
              <a:spcAft>
                <a:spcPts val="0"/>
              </a:spcAft>
              <a:buSzPts val="1100"/>
              <a:buChar char="○"/>
              <a:defRPr/>
            </a:lvl5pPr>
            <a:lvl6pPr indent="-298450" lvl="5" marL="2743200" algn="ctr">
              <a:spcBef>
                <a:spcPts val="0"/>
              </a:spcBef>
              <a:spcAft>
                <a:spcPts val="0"/>
              </a:spcAft>
              <a:buSzPts val="1100"/>
              <a:buChar char="■"/>
              <a:defRPr/>
            </a:lvl6pPr>
            <a:lvl7pPr indent="-298450" lvl="6" marL="3200400" algn="ctr">
              <a:spcBef>
                <a:spcPts val="0"/>
              </a:spcBef>
              <a:spcAft>
                <a:spcPts val="0"/>
              </a:spcAft>
              <a:buSzPts val="1100"/>
              <a:buChar char="●"/>
              <a:defRPr/>
            </a:lvl7pPr>
            <a:lvl8pPr indent="-298450" lvl="7" marL="3657600" algn="ctr">
              <a:spcBef>
                <a:spcPts val="0"/>
              </a:spcBef>
              <a:spcAft>
                <a:spcPts val="0"/>
              </a:spcAft>
              <a:buSzPts val="1100"/>
              <a:buChar char="○"/>
              <a:defRPr/>
            </a:lvl8pPr>
            <a:lvl9pPr indent="-298450" lvl="8" marL="4114800" algn="ctr">
              <a:spcBef>
                <a:spcPts val="0"/>
              </a:spcBef>
              <a:spcAft>
                <a:spcPts val="0"/>
              </a:spcAft>
              <a:buSzPts val="1100"/>
              <a:buChar char="■"/>
              <a:defRPr/>
            </a:lvl9pPr>
          </a:lstStyle>
          <a:p/>
        </p:txBody>
      </p:sp>
      <p:sp>
        <p:nvSpPr>
          <p:cNvPr id="121" name="Google Shape;121;p11"/>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2" name="Shape 122"/>
        <p:cNvGrpSpPr/>
        <p:nvPr/>
      </p:nvGrpSpPr>
      <p:grpSpPr>
        <a:xfrm>
          <a:off x="0" y="0"/>
          <a:ext cx="0" cy="0"/>
          <a:chOff x="0" y="0"/>
          <a:chExt cx="0" cy="0"/>
        </a:xfrm>
      </p:grpSpPr>
      <p:sp>
        <p:nvSpPr>
          <p:cNvPr id="123" name="Google Shape;123;p12"/>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hift">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1pPr>
            <a:lvl2pPr lvl="1">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2pPr>
            <a:lvl3pPr lvl="2">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3pPr>
            <a:lvl4pPr lvl="3">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4pPr>
            <a:lvl5pPr lvl="4">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5pPr>
            <a:lvl6pPr lvl="5">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6pPr>
            <a:lvl7pPr lvl="6">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7pPr>
            <a:lvl8pPr lvl="7">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8pPr>
            <a:lvl9pPr lvl="8">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9pPr>
          </a:lstStyle>
          <a:p/>
        </p:txBody>
      </p:sp>
      <p:sp>
        <p:nvSpPr>
          <p:cNvPr id="7" name="Google Shape;7;p1"/>
          <p:cNvSpPr txBox="1"/>
          <p:nvPr>
            <p:ph idx="1" type="body"/>
          </p:nvPr>
        </p:nvSpPr>
        <p:spPr>
          <a:xfrm>
            <a:off x="311700" y="1152475"/>
            <a:ext cx="8520600" cy="33912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Calibri"/>
              <a:buChar char="●"/>
              <a:defRPr sz="1300">
                <a:solidFill>
                  <a:schemeClr val="dk2"/>
                </a:solidFill>
                <a:latin typeface="Calibri"/>
                <a:ea typeface="Calibri"/>
                <a:cs typeface="Calibri"/>
                <a:sym typeface="Calibri"/>
              </a:defRPr>
            </a:lvl1pPr>
            <a:lvl2pPr indent="-298450" lvl="1" marL="9144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2pPr>
            <a:lvl3pPr indent="-298450" lvl="2" marL="13716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3pPr>
            <a:lvl4pPr indent="-298450" lvl="3" marL="18288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4pPr>
            <a:lvl5pPr indent="-298450" lvl="4" marL="22860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5pPr>
            <a:lvl6pPr indent="-298450" lvl="5" marL="27432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6pPr>
            <a:lvl7pPr indent="-298450" lvl="6" marL="32004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7pPr>
            <a:lvl8pPr indent="-298450" lvl="7" marL="36576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8pPr>
            <a:lvl9pPr indent="-298450" lvl="8" marL="41148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9pPr>
          </a:lstStyle>
          <a:p/>
        </p:txBody>
      </p:sp>
      <p:sp>
        <p:nvSpPr>
          <p:cNvPr id="8" name="Google Shape;8;p1"/>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Nunito"/>
                <a:ea typeface="Nunito"/>
                <a:cs typeface="Nunito"/>
                <a:sym typeface="Nunito"/>
              </a:defRPr>
            </a:lvl1pPr>
            <a:lvl2pPr lvl="1" algn="r">
              <a:buNone/>
              <a:defRPr sz="1000">
                <a:solidFill>
                  <a:schemeClr val="dk2"/>
                </a:solidFill>
                <a:latin typeface="Nunito"/>
                <a:ea typeface="Nunito"/>
                <a:cs typeface="Nunito"/>
                <a:sym typeface="Nunito"/>
              </a:defRPr>
            </a:lvl2pPr>
            <a:lvl3pPr lvl="2" algn="r">
              <a:buNone/>
              <a:defRPr sz="1000">
                <a:solidFill>
                  <a:schemeClr val="dk2"/>
                </a:solidFill>
                <a:latin typeface="Nunito"/>
                <a:ea typeface="Nunito"/>
                <a:cs typeface="Nunito"/>
                <a:sym typeface="Nunito"/>
              </a:defRPr>
            </a:lvl3pPr>
            <a:lvl4pPr lvl="3" algn="r">
              <a:buNone/>
              <a:defRPr sz="1000">
                <a:solidFill>
                  <a:schemeClr val="dk2"/>
                </a:solidFill>
                <a:latin typeface="Nunito"/>
                <a:ea typeface="Nunito"/>
                <a:cs typeface="Nunito"/>
                <a:sym typeface="Nunito"/>
              </a:defRPr>
            </a:lvl4pPr>
            <a:lvl5pPr lvl="4" algn="r">
              <a:buNone/>
              <a:defRPr sz="1000">
                <a:solidFill>
                  <a:schemeClr val="dk2"/>
                </a:solidFill>
                <a:latin typeface="Nunito"/>
                <a:ea typeface="Nunito"/>
                <a:cs typeface="Nunito"/>
                <a:sym typeface="Nunito"/>
              </a:defRPr>
            </a:lvl5pPr>
            <a:lvl6pPr lvl="5" algn="r">
              <a:buNone/>
              <a:defRPr sz="1000">
                <a:solidFill>
                  <a:schemeClr val="dk2"/>
                </a:solidFill>
                <a:latin typeface="Nunito"/>
                <a:ea typeface="Nunito"/>
                <a:cs typeface="Nunito"/>
                <a:sym typeface="Nunito"/>
              </a:defRPr>
            </a:lvl6pPr>
            <a:lvl7pPr lvl="6" algn="r">
              <a:buNone/>
              <a:defRPr sz="1000">
                <a:solidFill>
                  <a:schemeClr val="dk2"/>
                </a:solidFill>
                <a:latin typeface="Nunito"/>
                <a:ea typeface="Nunito"/>
                <a:cs typeface="Nunito"/>
                <a:sym typeface="Nunito"/>
              </a:defRPr>
            </a:lvl7pPr>
            <a:lvl8pPr lvl="7" algn="r">
              <a:buNone/>
              <a:defRPr sz="1000">
                <a:solidFill>
                  <a:schemeClr val="dk2"/>
                </a:solidFill>
                <a:latin typeface="Nunito"/>
                <a:ea typeface="Nunito"/>
                <a:cs typeface="Nunito"/>
                <a:sym typeface="Nunito"/>
              </a:defRPr>
            </a:lvl8pPr>
            <a:lvl9pPr lvl="8" algn="r">
              <a:buNone/>
              <a:defRPr sz="1000">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fr"/>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7.png"/><Relationship Id="rId4" Type="http://schemas.openxmlformats.org/officeDocument/2006/relationships/image" Target="../media/image15.png"/><Relationship Id="rId5" Type="http://schemas.openxmlformats.org/officeDocument/2006/relationships/image" Target="../media/image1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2.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1.pn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5.png"/><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2.png"/><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4.png"/><Relationship Id="rId4" Type="http://schemas.openxmlformats.org/officeDocument/2006/relationships/image" Target="../media/image10.png"/><Relationship Id="rId5"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13"/>
          <p:cNvSpPr txBox="1"/>
          <p:nvPr>
            <p:ph type="ctrTitle"/>
          </p:nvPr>
        </p:nvSpPr>
        <p:spPr>
          <a:xfrm>
            <a:off x="1858703" y="1822833"/>
            <a:ext cx="5361300" cy="14481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fr"/>
              <a:t>Diagnostic égalité femmes-hommes</a:t>
            </a:r>
            <a:endParaRPr/>
          </a:p>
        </p:txBody>
      </p:sp>
      <p:sp>
        <p:nvSpPr>
          <p:cNvPr id="129" name="Google Shape;129;p13"/>
          <p:cNvSpPr txBox="1"/>
          <p:nvPr>
            <p:ph idx="1" type="subTitle"/>
          </p:nvPr>
        </p:nvSpPr>
        <p:spPr>
          <a:xfrm>
            <a:off x="6529775" y="2834125"/>
            <a:ext cx="23025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fr"/>
              <a:t>Par Kévin PAPAMA</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14"/>
          <p:cNvSpPr txBox="1"/>
          <p:nvPr>
            <p:ph type="title"/>
          </p:nvPr>
        </p:nvSpPr>
        <p:spPr>
          <a:xfrm>
            <a:off x="873800" y="8414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Contexte</a:t>
            </a:r>
            <a:endParaRPr/>
          </a:p>
        </p:txBody>
      </p:sp>
      <p:sp>
        <p:nvSpPr>
          <p:cNvPr id="135" name="Google Shape;135;p14"/>
          <p:cNvSpPr txBox="1"/>
          <p:nvPr>
            <p:ph idx="1" type="body"/>
          </p:nvPr>
        </p:nvSpPr>
        <p:spPr>
          <a:xfrm>
            <a:off x="819150" y="2179825"/>
            <a:ext cx="7505700" cy="1739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fr"/>
              <a:t> </a:t>
            </a:r>
            <a:r>
              <a:rPr lang="fr"/>
              <a:t>Cabinet de conseil en transformation digitale</a:t>
            </a:r>
            <a:endParaRPr/>
          </a:p>
          <a:p>
            <a:pPr indent="-311150" lvl="0" marL="457200" rtl="0" algn="l">
              <a:spcBef>
                <a:spcPts val="0"/>
              </a:spcBef>
              <a:spcAft>
                <a:spcPts val="0"/>
              </a:spcAft>
              <a:buSzPts val="1300"/>
              <a:buChar char="●"/>
            </a:pPr>
            <a:r>
              <a:rPr lang="fr"/>
              <a:t>150+ collaborateurs en forte croissance. </a:t>
            </a:r>
            <a:endParaRPr/>
          </a:p>
          <a:p>
            <a:pPr indent="-311150" lvl="0" marL="457200" rtl="0" algn="l">
              <a:spcBef>
                <a:spcPts val="0"/>
              </a:spcBef>
              <a:spcAft>
                <a:spcPts val="0"/>
              </a:spcAft>
              <a:buSzPts val="1300"/>
              <a:buChar char="●"/>
            </a:pPr>
            <a:r>
              <a:rPr lang="fr"/>
              <a:t>Mission : aider les organisations à se transformer par la data et les outils digitaux — aujourd’hui on formalise un diagnostic égalité femmes-hommes pour améliorer la marque employeur et respecter les obligations légales.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15"/>
          <p:cNvSpPr txBox="1"/>
          <p:nvPr>
            <p:ph type="title"/>
          </p:nvPr>
        </p:nvSpPr>
        <p:spPr>
          <a:xfrm>
            <a:off x="935775" y="256125"/>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Présentation des données</a:t>
            </a:r>
            <a:endParaRPr/>
          </a:p>
        </p:txBody>
      </p:sp>
      <p:sp>
        <p:nvSpPr>
          <p:cNvPr id="141" name="Google Shape;141;p15"/>
          <p:cNvSpPr txBox="1"/>
          <p:nvPr>
            <p:ph idx="1" type="body"/>
          </p:nvPr>
        </p:nvSpPr>
        <p:spPr>
          <a:xfrm>
            <a:off x="739275" y="937250"/>
            <a:ext cx="7505700" cy="4383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fr"/>
              <a:t>3 fichiers csv : Info_pro, Renumeration, Salarie</a:t>
            </a:r>
            <a:endParaRPr/>
          </a:p>
        </p:txBody>
      </p:sp>
      <p:pic>
        <p:nvPicPr>
          <p:cNvPr id="142" name="Google Shape;142;p15" title="Info_pro.png"/>
          <p:cNvPicPr preferRelativeResize="0"/>
          <p:nvPr/>
        </p:nvPicPr>
        <p:blipFill rotWithShape="1">
          <a:blip r:embed="rId3">
            <a:alphaModFix/>
          </a:blip>
          <a:srcRect b="72959" l="0" r="0" t="0"/>
          <a:stretch/>
        </p:blipFill>
        <p:spPr>
          <a:xfrm>
            <a:off x="1761875" y="1567750"/>
            <a:ext cx="3896174" cy="182438"/>
          </a:xfrm>
          <a:prstGeom prst="rect">
            <a:avLst/>
          </a:prstGeom>
          <a:noFill/>
          <a:ln>
            <a:noFill/>
          </a:ln>
        </p:spPr>
      </p:pic>
      <p:pic>
        <p:nvPicPr>
          <p:cNvPr id="143" name="Google Shape;143;p15" title="Renumeration.png"/>
          <p:cNvPicPr preferRelativeResize="0"/>
          <p:nvPr/>
        </p:nvPicPr>
        <p:blipFill rotWithShape="1">
          <a:blip r:embed="rId4">
            <a:alphaModFix/>
          </a:blip>
          <a:srcRect b="71734" l="0" r="0" t="0"/>
          <a:stretch/>
        </p:blipFill>
        <p:spPr>
          <a:xfrm>
            <a:off x="1739450" y="2415150"/>
            <a:ext cx="3209550" cy="209800"/>
          </a:xfrm>
          <a:prstGeom prst="rect">
            <a:avLst/>
          </a:prstGeom>
          <a:noFill/>
          <a:ln>
            <a:noFill/>
          </a:ln>
        </p:spPr>
      </p:pic>
      <p:pic>
        <p:nvPicPr>
          <p:cNvPr id="144" name="Google Shape;144;p15" title="Salarie.png"/>
          <p:cNvPicPr preferRelativeResize="0"/>
          <p:nvPr/>
        </p:nvPicPr>
        <p:blipFill rotWithShape="1">
          <a:blip r:embed="rId5">
            <a:alphaModFix/>
          </a:blip>
          <a:srcRect b="72957" l="0" r="0" t="0"/>
          <a:stretch/>
        </p:blipFill>
        <p:spPr>
          <a:xfrm>
            <a:off x="1761875" y="1975738"/>
            <a:ext cx="4252149" cy="182450"/>
          </a:xfrm>
          <a:prstGeom prst="rect">
            <a:avLst/>
          </a:prstGeom>
          <a:noFill/>
          <a:ln>
            <a:noFill/>
          </a:ln>
        </p:spPr>
      </p:pic>
      <p:sp>
        <p:nvSpPr>
          <p:cNvPr id="145" name="Google Shape;145;p15"/>
          <p:cNvSpPr txBox="1"/>
          <p:nvPr/>
        </p:nvSpPr>
        <p:spPr>
          <a:xfrm>
            <a:off x="711575" y="1413900"/>
            <a:ext cx="1050300" cy="336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fr" sz="1500">
                <a:solidFill>
                  <a:schemeClr val="dk2"/>
                </a:solidFill>
                <a:latin typeface="Calibri"/>
                <a:ea typeface="Calibri"/>
                <a:cs typeface="Calibri"/>
                <a:sym typeface="Calibri"/>
              </a:rPr>
              <a:t>Info_pro </a:t>
            </a:r>
            <a:r>
              <a:rPr lang="fr" sz="1300">
                <a:solidFill>
                  <a:schemeClr val="dk2"/>
                </a:solidFill>
                <a:latin typeface="Calibri"/>
                <a:ea typeface="Calibri"/>
                <a:cs typeface="Calibri"/>
                <a:sym typeface="Calibri"/>
              </a:rPr>
              <a:t>: </a:t>
            </a:r>
            <a:endParaRPr sz="1300">
              <a:solidFill>
                <a:schemeClr val="dk2"/>
              </a:solidFill>
              <a:latin typeface="Calibri"/>
              <a:ea typeface="Calibri"/>
              <a:cs typeface="Calibri"/>
              <a:sym typeface="Calibri"/>
            </a:endParaRPr>
          </a:p>
        </p:txBody>
      </p:sp>
      <p:sp>
        <p:nvSpPr>
          <p:cNvPr id="146" name="Google Shape;146;p15"/>
          <p:cNvSpPr txBox="1"/>
          <p:nvPr/>
        </p:nvSpPr>
        <p:spPr>
          <a:xfrm>
            <a:off x="227075" y="2288650"/>
            <a:ext cx="1534800" cy="336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fr" sz="1500">
                <a:solidFill>
                  <a:schemeClr val="dk2"/>
                </a:solidFill>
                <a:latin typeface="Calibri"/>
                <a:ea typeface="Calibri"/>
                <a:cs typeface="Calibri"/>
                <a:sym typeface="Calibri"/>
              </a:rPr>
              <a:t>Renumeration </a:t>
            </a:r>
            <a:r>
              <a:rPr lang="fr" sz="1300">
                <a:solidFill>
                  <a:schemeClr val="dk2"/>
                </a:solidFill>
                <a:latin typeface="Calibri"/>
                <a:ea typeface="Calibri"/>
                <a:cs typeface="Calibri"/>
                <a:sym typeface="Calibri"/>
              </a:rPr>
              <a:t>:</a:t>
            </a:r>
            <a:endParaRPr sz="1300">
              <a:solidFill>
                <a:schemeClr val="dk2"/>
              </a:solidFill>
              <a:latin typeface="Calibri"/>
              <a:ea typeface="Calibri"/>
              <a:cs typeface="Calibri"/>
              <a:sym typeface="Calibri"/>
            </a:endParaRPr>
          </a:p>
        </p:txBody>
      </p:sp>
      <p:sp>
        <p:nvSpPr>
          <p:cNvPr id="147" name="Google Shape;147;p15"/>
          <p:cNvSpPr txBox="1"/>
          <p:nvPr/>
        </p:nvSpPr>
        <p:spPr>
          <a:xfrm>
            <a:off x="840575" y="1865050"/>
            <a:ext cx="921300" cy="336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fr" sz="1500">
                <a:solidFill>
                  <a:schemeClr val="dk2"/>
                </a:solidFill>
                <a:latin typeface="Calibri"/>
                <a:ea typeface="Calibri"/>
                <a:cs typeface="Calibri"/>
                <a:sym typeface="Calibri"/>
              </a:rPr>
              <a:t>Salarie </a:t>
            </a:r>
            <a:r>
              <a:rPr lang="fr" sz="1300">
                <a:solidFill>
                  <a:schemeClr val="dk2"/>
                </a:solidFill>
                <a:latin typeface="Calibri"/>
                <a:ea typeface="Calibri"/>
                <a:cs typeface="Calibri"/>
                <a:sym typeface="Calibri"/>
              </a:rPr>
              <a:t>:</a:t>
            </a:r>
            <a:endParaRPr sz="1300">
              <a:solidFill>
                <a:schemeClr val="dk2"/>
              </a:solidFill>
              <a:latin typeface="Calibri"/>
              <a:ea typeface="Calibri"/>
              <a:cs typeface="Calibri"/>
              <a:sym typeface="Calibri"/>
            </a:endParaRPr>
          </a:p>
        </p:txBody>
      </p:sp>
      <p:sp>
        <p:nvSpPr>
          <p:cNvPr id="148" name="Google Shape;148;p15"/>
          <p:cNvSpPr txBox="1"/>
          <p:nvPr>
            <p:ph type="title"/>
          </p:nvPr>
        </p:nvSpPr>
        <p:spPr>
          <a:xfrm>
            <a:off x="935775" y="2734300"/>
            <a:ext cx="65859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sz="2300"/>
              <a:t>Puis anonymisation…</a:t>
            </a:r>
            <a:endParaRPr sz="2300"/>
          </a:p>
        </p:txBody>
      </p:sp>
      <p:sp>
        <p:nvSpPr>
          <p:cNvPr id="149" name="Google Shape;149;p15"/>
          <p:cNvSpPr txBox="1"/>
          <p:nvPr>
            <p:ph idx="1" type="body"/>
          </p:nvPr>
        </p:nvSpPr>
        <p:spPr>
          <a:xfrm>
            <a:off x="775175" y="3304575"/>
            <a:ext cx="7505700" cy="1739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sz="1200"/>
              <a:t>nom prénom		→ Donnée à caractère personnel </a:t>
            </a:r>
            <a:endParaRPr sz="1200"/>
          </a:p>
          <a:p>
            <a:pPr indent="0" lvl="0" marL="0" rtl="0" algn="l">
              <a:spcBef>
                <a:spcPts val="1200"/>
              </a:spcBef>
              <a:spcAft>
                <a:spcPts val="0"/>
              </a:spcAft>
              <a:buNone/>
            </a:pPr>
            <a:r>
              <a:rPr lang="fr" sz="1200"/>
              <a:t>téléphone		→ Donnée confidentielle </a:t>
            </a:r>
            <a:endParaRPr sz="1200"/>
          </a:p>
          <a:p>
            <a:pPr indent="0" lvl="0" marL="0" rtl="0" algn="l">
              <a:spcBef>
                <a:spcPts val="1200"/>
              </a:spcBef>
              <a:spcAft>
                <a:spcPts val="0"/>
              </a:spcAft>
              <a:buNone/>
            </a:pPr>
            <a:r>
              <a:rPr lang="fr" sz="1200"/>
              <a:t>date_naissance	→ Trop précise</a:t>
            </a:r>
            <a:endParaRPr sz="1200"/>
          </a:p>
          <a:p>
            <a:pPr indent="0" lvl="0" marL="0" rtl="0" algn="l">
              <a:spcBef>
                <a:spcPts val="1200"/>
              </a:spcBef>
              <a:spcAft>
                <a:spcPts val="1200"/>
              </a:spcAft>
              <a:buNone/>
            </a:pPr>
            <a:r>
              <a:rPr lang="fr" sz="1200"/>
              <a:t>etat civil		→ Pas directement utile pour les indicateurs exigés</a:t>
            </a:r>
            <a:endParaRPr sz="12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16"/>
          <p:cNvSpPr txBox="1"/>
          <p:nvPr>
            <p:ph type="title"/>
          </p:nvPr>
        </p:nvSpPr>
        <p:spPr>
          <a:xfrm>
            <a:off x="337150" y="29475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Méthodologie</a:t>
            </a:r>
            <a:endParaRPr/>
          </a:p>
        </p:txBody>
      </p:sp>
      <p:sp>
        <p:nvSpPr>
          <p:cNvPr id="155" name="Google Shape;155;p16"/>
          <p:cNvSpPr txBox="1"/>
          <p:nvPr>
            <p:ph idx="1" type="body"/>
          </p:nvPr>
        </p:nvSpPr>
        <p:spPr>
          <a:xfrm>
            <a:off x="258000" y="1050850"/>
            <a:ext cx="5339100" cy="14349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fr"/>
              <a:t>M</a:t>
            </a:r>
            <a:r>
              <a:rPr lang="fr"/>
              <a:t>éthodologie de collecte : Knime</a:t>
            </a:r>
            <a:endParaRPr/>
          </a:p>
          <a:p>
            <a:pPr indent="-304958" lvl="0" marL="457200" rtl="0" algn="l">
              <a:spcBef>
                <a:spcPts val="1200"/>
              </a:spcBef>
              <a:spcAft>
                <a:spcPts val="0"/>
              </a:spcAft>
              <a:buSzPct val="100000"/>
              <a:buChar char="●"/>
            </a:pPr>
            <a:r>
              <a:rPr lang="fr"/>
              <a:t>C’est un logiciel gratuit qui permet de manipuler et analyser des données sans coder.</a:t>
            </a:r>
            <a:endParaRPr/>
          </a:p>
          <a:p>
            <a:pPr indent="-304958" lvl="0" marL="457200" rtl="0" algn="l">
              <a:spcBef>
                <a:spcPts val="0"/>
              </a:spcBef>
              <a:spcAft>
                <a:spcPts val="0"/>
              </a:spcAft>
              <a:buSzPct val="100000"/>
              <a:buChar char="●"/>
            </a:pPr>
            <a:r>
              <a:rPr lang="fr"/>
              <a:t>On travaille avec des blocs visuels qu’on relie entre eux (comme des Lego).</a:t>
            </a:r>
            <a:endParaRPr/>
          </a:p>
          <a:p>
            <a:pPr indent="0" lvl="0" marL="0" rtl="0" algn="l">
              <a:spcBef>
                <a:spcPts val="1200"/>
              </a:spcBef>
              <a:spcAft>
                <a:spcPts val="1200"/>
              </a:spcAft>
              <a:buNone/>
            </a:pPr>
            <a:r>
              <a:t/>
            </a:r>
            <a:endParaRPr/>
          </a:p>
        </p:txBody>
      </p:sp>
      <p:pic>
        <p:nvPicPr>
          <p:cNvPr id="156" name="Google Shape;156;p16"/>
          <p:cNvPicPr preferRelativeResize="0"/>
          <p:nvPr/>
        </p:nvPicPr>
        <p:blipFill>
          <a:blip r:embed="rId3">
            <a:alphaModFix/>
          </a:blip>
          <a:stretch>
            <a:fillRect/>
          </a:stretch>
        </p:blipFill>
        <p:spPr>
          <a:xfrm>
            <a:off x="5421550" y="439425"/>
            <a:ext cx="3280400" cy="4264626"/>
          </a:xfrm>
          <a:prstGeom prst="rect">
            <a:avLst/>
          </a:prstGeom>
          <a:noFill/>
          <a:ln>
            <a:noFill/>
          </a:ln>
        </p:spPr>
      </p:pic>
      <p:sp>
        <p:nvSpPr>
          <p:cNvPr id="157" name="Google Shape;157;p16"/>
          <p:cNvSpPr txBox="1"/>
          <p:nvPr>
            <p:ph idx="1" type="body"/>
          </p:nvPr>
        </p:nvSpPr>
        <p:spPr>
          <a:xfrm>
            <a:off x="258000" y="2184450"/>
            <a:ext cx="5339100" cy="2446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Pourquoi l’utiliser ici ?</a:t>
            </a:r>
            <a:endParaRPr/>
          </a:p>
          <a:p>
            <a:pPr indent="-311150" lvl="0" marL="457200" rtl="0" algn="l">
              <a:spcBef>
                <a:spcPts val="1200"/>
              </a:spcBef>
              <a:spcAft>
                <a:spcPts val="0"/>
              </a:spcAft>
              <a:buSzPts val="1300"/>
              <a:buChar char="●"/>
            </a:pPr>
            <a:r>
              <a:rPr lang="fr"/>
              <a:t>Importer facilement les fichiers RH (Excel, CSV…).</a:t>
            </a:r>
            <a:endParaRPr/>
          </a:p>
          <a:p>
            <a:pPr indent="-311150" lvl="0" marL="457200" rtl="0" algn="l">
              <a:spcBef>
                <a:spcPts val="0"/>
              </a:spcBef>
              <a:spcAft>
                <a:spcPts val="0"/>
              </a:spcAft>
              <a:buSzPts val="1300"/>
              <a:buChar char="●"/>
            </a:pPr>
            <a:r>
              <a:rPr lang="fr"/>
              <a:t>Nettoyer et anonymiser les données pour respecter le RGPD.</a:t>
            </a:r>
            <a:endParaRPr/>
          </a:p>
          <a:p>
            <a:pPr indent="-311150" lvl="0" marL="457200" rtl="0" algn="l">
              <a:spcBef>
                <a:spcPts val="0"/>
              </a:spcBef>
              <a:spcAft>
                <a:spcPts val="0"/>
              </a:spcAft>
              <a:buSzPts val="1300"/>
              <a:buChar char="●"/>
            </a:pPr>
            <a:r>
              <a:rPr lang="fr"/>
              <a:t>Calculer automatiquement les indicateurs égalité femmes-hommes.</a:t>
            </a:r>
            <a:endParaRPr/>
          </a:p>
          <a:p>
            <a:pPr indent="-311150" lvl="0" marL="457200" rtl="0" algn="l">
              <a:spcBef>
                <a:spcPts val="0"/>
              </a:spcBef>
              <a:spcAft>
                <a:spcPts val="0"/>
              </a:spcAft>
              <a:buSzPts val="1300"/>
              <a:buChar char="●"/>
            </a:pPr>
            <a:r>
              <a:rPr lang="fr"/>
              <a:t>Créer des graphiques simples et exportables.</a:t>
            </a:r>
            <a:endParaRPr/>
          </a:p>
          <a:p>
            <a:pPr indent="-311150" lvl="0" marL="457200" rtl="0" algn="l">
              <a:spcBef>
                <a:spcPts val="0"/>
              </a:spcBef>
              <a:spcAft>
                <a:spcPts val="0"/>
              </a:spcAft>
              <a:buSzPts val="1300"/>
              <a:buChar char="●"/>
            </a:pPr>
            <a:r>
              <a:rPr lang="fr"/>
              <a:t>Rejouer chaque année le même workflow sans tout recommencer.</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17"/>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Dans l’entreprise nous avons :</a:t>
            </a:r>
            <a:endParaRPr/>
          </a:p>
        </p:txBody>
      </p:sp>
      <p:sp>
        <p:nvSpPr>
          <p:cNvPr id="163" name="Google Shape;163;p17"/>
          <p:cNvSpPr txBox="1"/>
          <p:nvPr>
            <p:ph idx="1" type="body"/>
          </p:nvPr>
        </p:nvSpPr>
        <p:spPr>
          <a:xfrm>
            <a:off x="5094500" y="2645725"/>
            <a:ext cx="2922600" cy="1336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fr" sz="1900">
                <a:solidFill>
                  <a:srgbClr val="6FA8DC"/>
                </a:solidFill>
              </a:rPr>
              <a:t>51% d’hommes (131)</a:t>
            </a:r>
            <a:endParaRPr b="1" sz="1900">
              <a:solidFill>
                <a:srgbClr val="6FA8DC"/>
              </a:solidFill>
            </a:endParaRPr>
          </a:p>
          <a:p>
            <a:pPr indent="0" lvl="0" marL="0" rtl="0" algn="l">
              <a:spcBef>
                <a:spcPts val="1200"/>
              </a:spcBef>
              <a:spcAft>
                <a:spcPts val="1200"/>
              </a:spcAft>
              <a:buNone/>
            </a:pPr>
            <a:r>
              <a:rPr b="1" lang="fr" sz="1900">
                <a:solidFill>
                  <a:srgbClr val="93C47D"/>
                </a:solidFill>
              </a:rPr>
              <a:t>49% de femmes (125)</a:t>
            </a:r>
            <a:endParaRPr b="1" sz="1900">
              <a:solidFill>
                <a:srgbClr val="93C47D"/>
              </a:solidFill>
            </a:endParaRPr>
          </a:p>
        </p:txBody>
      </p:sp>
      <p:pic>
        <p:nvPicPr>
          <p:cNvPr id="164" name="Google Shape;164;p17"/>
          <p:cNvPicPr preferRelativeResize="0"/>
          <p:nvPr/>
        </p:nvPicPr>
        <p:blipFill>
          <a:blip r:embed="rId3">
            <a:alphaModFix/>
          </a:blip>
          <a:stretch>
            <a:fillRect/>
          </a:stretch>
        </p:blipFill>
        <p:spPr>
          <a:xfrm>
            <a:off x="877825" y="1685248"/>
            <a:ext cx="3985433" cy="29112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18"/>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Indicateur 1 : Eventail des </a:t>
            </a:r>
            <a:r>
              <a:rPr lang="fr"/>
              <a:t>rémunérations</a:t>
            </a:r>
            <a:endParaRPr/>
          </a:p>
        </p:txBody>
      </p:sp>
      <p:sp>
        <p:nvSpPr>
          <p:cNvPr id="170" name="Google Shape;170;p18"/>
          <p:cNvSpPr txBox="1"/>
          <p:nvPr>
            <p:ph idx="1" type="body"/>
          </p:nvPr>
        </p:nvSpPr>
        <p:spPr>
          <a:xfrm>
            <a:off x="4953950" y="1990725"/>
            <a:ext cx="3672600" cy="2448000"/>
          </a:xfrm>
          <a:prstGeom prst="rect">
            <a:avLst/>
          </a:prstGeom>
        </p:spPr>
        <p:txBody>
          <a:bodyPr anchorCtr="0" anchor="t" bIns="91425" lIns="91425" spcFirstLastPara="1" rIns="91425" wrap="square" tIns="91425">
            <a:normAutofit/>
          </a:bodyPr>
          <a:lstStyle/>
          <a:p>
            <a:pPr indent="0" lvl="0" marL="0" rtl="0" algn="just">
              <a:spcBef>
                <a:spcPts val="0"/>
              </a:spcBef>
              <a:spcAft>
                <a:spcPts val="0"/>
              </a:spcAft>
              <a:buNone/>
            </a:pPr>
            <a:r>
              <a:rPr lang="fr"/>
              <a:t>Médianes : 165 chez les hommes et 146 chez les femmes (calcul : (salaire + variable) / durée hebdo)</a:t>
            </a:r>
            <a:endParaRPr/>
          </a:p>
          <a:p>
            <a:pPr indent="0" lvl="0" marL="0" rtl="0" algn="just">
              <a:spcBef>
                <a:spcPts val="1200"/>
              </a:spcBef>
              <a:spcAft>
                <a:spcPts val="0"/>
              </a:spcAft>
              <a:buNone/>
            </a:pPr>
            <a:r>
              <a:rPr lang="fr"/>
              <a:t>Avec une différence de taux de rémunération de </a:t>
            </a:r>
            <a:r>
              <a:rPr b="1" lang="fr"/>
              <a:t>2%</a:t>
            </a:r>
            <a:r>
              <a:rPr lang="fr"/>
              <a:t> (en faveur chez les H), de taux d’augmentation de </a:t>
            </a:r>
            <a:r>
              <a:rPr b="1" lang="fr"/>
              <a:t>7%</a:t>
            </a:r>
            <a:r>
              <a:rPr lang="fr"/>
              <a:t> (en faveur chez les F), et de taux de promotion de </a:t>
            </a:r>
            <a:r>
              <a:rPr b="1" lang="fr"/>
              <a:t>1%</a:t>
            </a:r>
            <a:r>
              <a:rPr lang="fr"/>
              <a:t> (en faveur chez les F).</a:t>
            </a:r>
            <a:endParaRPr/>
          </a:p>
          <a:p>
            <a:pPr indent="0" lvl="0" marL="0" rtl="0" algn="just">
              <a:spcBef>
                <a:spcPts val="1200"/>
              </a:spcBef>
              <a:spcAft>
                <a:spcPts val="1200"/>
              </a:spcAft>
              <a:buNone/>
            </a:pPr>
            <a:r>
              <a:t/>
            </a:r>
            <a:endParaRPr/>
          </a:p>
        </p:txBody>
      </p:sp>
      <p:pic>
        <p:nvPicPr>
          <p:cNvPr id="171" name="Google Shape;171;p18" title="BoxPlot.png"/>
          <p:cNvPicPr preferRelativeResize="0"/>
          <p:nvPr/>
        </p:nvPicPr>
        <p:blipFill>
          <a:blip r:embed="rId3">
            <a:alphaModFix/>
          </a:blip>
          <a:stretch>
            <a:fillRect/>
          </a:stretch>
        </p:blipFill>
        <p:spPr>
          <a:xfrm>
            <a:off x="555200" y="1587675"/>
            <a:ext cx="3990928" cy="3038499"/>
          </a:xfrm>
          <a:prstGeom prst="rect">
            <a:avLst/>
          </a:prstGeom>
          <a:noFill/>
          <a:ln>
            <a:noFill/>
          </a:ln>
        </p:spPr>
      </p:pic>
      <p:sp>
        <p:nvSpPr>
          <p:cNvPr id="172" name="Google Shape;172;p18"/>
          <p:cNvSpPr txBox="1"/>
          <p:nvPr>
            <p:ph type="title"/>
          </p:nvPr>
        </p:nvSpPr>
        <p:spPr>
          <a:xfrm>
            <a:off x="675475" y="240975"/>
            <a:ext cx="7505700" cy="954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fr"/>
              <a:t>Domaine des indicateurs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19"/>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Qu’en est il des 10 plus haut salaires ?</a:t>
            </a:r>
            <a:endParaRPr/>
          </a:p>
        </p:txBody>
      </p:sp>
      <p:sp>
        <p:nvSpPr>
          <p:cNvPr id="178" name="Google Shape;178;p19"/>
          <p:cNvSpPr txBox="1"/>
          <p:nvPr>
            <p:ph idx="1" type="body"/>
          </p:nvPr>
        </p:nvSpPr>
        <p:spPr>
          <a:xfrm>
            <a:off x="5449800" y="2742400"/>
            <a:ext cx="2875200" cy="4119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b="1" lang="fr"/>
              <a:t>30%</a:t>
            </a:r>
            <a:r>
              <a:rPr lang="fr"/>
              <a:t> des femmes en font parti</a:t>
            </a:r>
            <a:endParaRPr/>
          </a:p>
        </p:txBody>
      </p:sp>
      <p:pic>
        <p:nvPicPr>
          <p:cNvPr id="179" name="Google Shape;179;p19"/>
          <p:cNvPicPr preferRelativeResize="0"/>
          <p:nvPr/>
        </p:nvPicPr>
        <p:blipFill>
          <a:blip r:embed="rId3">
            <a:alphaModFix/>
          </a:blip>
          <a:stretch>
            <a:fillRect/>
          </a:stretch>
        </p:blipFill>
        <p:spPr>
          <a:xfrm>
            <a:off x="798249" y="1536350"/>
            <a:ext cx="4357126" cy="3182699"/>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20"/>
          <p:cNvSpPr txBox="1"/>
          <p:nvPr>
            <p:ph type="title"/>
          </p:nvPr>
        </p:nvSpPr>
        <p:spPr>
          <a:xfrm>
            <a:off x="733075" y="346400"/>
            <a:ext cx="7505700" cy="954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Indicateur 2 : Répartition au niveau des services</a:t>
            </a:r>
            <a:endParaRPr/>
          </a:p>
        </p:txBody>
      </p:sp>
      <p:pic>
        <p:nvPicPr>
          <p:cNvPr id="185" name="Google Shape;185;p20"/>
          <p:cNvPicPr preferRelativeResize="0"/>
          <p:nvPr/>
        </p:nvPicPr>
        <p:blipFill>
          <a:blip r:embed="rId3">
            <a:alphaModFix/>
          </a:blip>
          <a:stretch>
            <a:fillRect/>
          </a:stretch>
        </p:blipFill>
        <p:spPr>
          <a:xfrm>
            <a:off x="375025" y="1697037"/>
            <a:ext cx="3995126" cy="2918274"/>
          </a:xfrm>
          <a:prstGeom prst="rect">
            <a:avLst/>
          </a:prstGeom>
          <a:noFill/>
          <a:ln>
            <a:noFill/>
          </a:ln>
        </p:spPr>
      </p:pic>
      <p:pic>
        <p:nvPicPr>
          <p:cNvPr id="186" name="Google Shape;186;p20" title="Capture d’écran 2025-09-21 070302.png"/>
          <p:cNvPicPr preferRelativeResize="0"/>
          <p:nvPr/>
        </p:nvPicPr>
        <p:blipFill>
          <a:blip r:embed="rId4">
            <a:alphaModFix/>
          </a:blip>
          <a:stretch>
            <a:fillRect/>
          </a:stretch>
        </p:blipFill>
        <p:spPr>
          <a:xfrm>
            <a:off x="4312975" y="1800200"/>
            <a:ext cx="4320701" cy="28151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21"/>
          <p:cNvSpPr txBox="1"/>
          <p:nvPr>
            <p:ph type="title"/>
          </p:nvPr>
        </p:nvSpPr>
        <p:spPr>
          <a:xfrm>
            <a:off x="319375" y="313150"/>
            <a:ext cx="8565600" cy="668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fr" sz="2500"/>
              <a:t>Indicateur 3 : Répartition des effectifs par type de contrat</a:t>
            </a:r>
            <a:endParaRPr sz="2500"/>
          </a:p>
        </p:txBody>
      </p:sp>
      <p:pic>
        <p:nvPicPr>
          <p:cNvPr id="192" name="Google Shape;192;p21" title="azdsqdqd.png"/>
          <p:cNvPicPr preferRelativeResize="0"/>
          <p:nvPr/>
        </p:nvPicPr>
        <p:blipFill>
          <a:blip r:embed="rId3">
            <a:alphaModFix/>
          </a:blip>
          <a:stretch>
            <a:fillRect/>
          </a:stretch>
        </p:blipFill>
        <p:spPr>
          <a:xfrm>
            <a:off x="1932350" y="3082800"/>
            <a:ext cx="5279300" cy="1737726"/>
          </a:xfrm>
          <a:prstGeom prst="rect">
            <a:avLst/>
          </a:prstGeom>
          <a:noFill/>
          <a:ln>
            <a:noFill/>
          </a:ln>
        </p:spPr>
      </p:pic>
      <p:pic>
        <p:nvPicPr>
          <p:cNvPr id="193" name="Google Shape;193;p21"/>
          <p:cNvPicPr preferRelativeResize="0"/>
          <p:nvPr/>
        </p:nvPicPr>
        <p:blipFill>
          <a:blip r:embed="rId4">
            <a:alphaModFix/>
          </a:blip>
          <a:stretch>
            <a:fillRect/>
          </a:stretch>
        </p:blipFill>
        <p:spPr>
          <a:xfrm>
            <a:off x="1870325" y="999925"/>
            <a:ext cx="5279301" cy="1808816"/>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22"/>
          <p:cNvSpPr txBox="1"/>
          <p:nvPr>
            <p:ph type="title"/>
          </p:nvPr>
        </p:nvSpPr>
        <p:spPr>
          <a:xfrm>
            <a:off x="638050" y="315425"/>
            <a:ext cx="7909200" cy="954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fr" sz="2100"/>
              <a:t>Indicateur 4 : Répartition des effectifs selon la durée du travail</a:t>
            </a:r>
            <a:endParaRPr sz="2100"/>
          </a:p>
        </p:txBody>
      </p:sp>
      <p:pic>
        <p:nvPicPr>
          <p:cNvPr id="199" name="Google Shape;199;p22"/>
          <p:cNvPicPr preferRelativeResize="0"/>
          <p:nvPr/>
        </p:nvPicPr>
        <p:blipFill>
          <a:blip r:embed="rId3">
            <a:alphaModFix/>
          </a:blip>
          <a:stretch>
            <a:fillRect/>
          </a:stretch>
        </p:blipFill>
        <p:spPr>
          <a:xfrm>
            <a:off x="410100" y="1716350"/>
            <a:ext cx="3933876" cy="2614625"/>
          </a:xfrm>
          <a:prstGeom prst="rect">
            <a:avLst/>
          </a:prstGeom>
          <a:noFill/>
          <a:ln>
            <a:noFill/>
          </a:ln>
        </p:spPr>
      </p:pic>
      <p:pic>
        <p:nvPicPr>
          <p:cNvPr id="200" name="Google Shape;200;p22" title="Capture d’écran 2025-09-21 070847.png"/>
          <p:cNvPicPr preferRelativeResize="0"/>
          <p:nvPr/>
        </p:nvPicPr>
        <p:blipFill>
          <a:blip r:embed="rId4">
            <a:alphaModFix/>
          </a:blip>
          <a:stretch>
            <a:fillRect/>
          </a:stretch>
        </p:blipFill>
        <p:spPr>
          <a:xfrm>
            <a:off x="4361175" y="1798174"/>
            <a:ext cx="4271875" cy="2561126"/>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23"/>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Indicateur 5 :</a:t>
            </a:r>
            <a:r>
              <a:rPr lang="fr"/>
              <a:t>Répartition accident du travail</a:t>
            </a:r>
            <a:endParaRPr/>
          </a:p>
        </p:txBody>
      </p:sp>
      <p:pic>
        <p:nvPicPr>
          <p:cNvPr id="206" name="Google Shape;206;p23" title="piechart.png"/>
          <p:cNvPicPr preferRelativeResize="0"/>
          <p:nvPr/>
        </p:nvPicPr>
        <p:blipFill>
          <a:blip r:embed="rId3">
            <a:alphaModFix/>
          </a:blip>
          <a:stretch>
            <a:fillRect/>
          </a:stretch>
        </p:blipFill>
        <p:spPr>
          <a:xfrm>
            <a:off x="663600" y="1880962"/>
            <a:ext cx="3365351" cy="2425075"/>
          </a:xfrm>
          <a:prstGeom prst="rect">
            <a:avLst/>
          </a:prstGeom>
          <a:noFill/>
          <a:ln>
            <a:noFill/>
          </a:ln>
        </p:spPr>
      </p:pic>
      <p:sp>
        <p:nvSpPr>
          <p:cNvPr id="207" name="Google Shape;207;p23"/>
          <p:cNvSpPr txBox="1"/>
          <p:nvPr>
            <p:ph idx="1" type="body"/>
          </p:nvPr>
        </p:nvSpPr>
        <p:spPr>
          <a:xfrm>
            <a:off x="4302650" y="2425400"/>
            <a:ext cx="2901900" cy="1336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fr" sz="1900">
                <a:solidFill>
                  <a:srgbClr val="6FA8DC"/>
                </a:solidFill>
              </a:rPr>
              <a:t>51% d’hommes (19)</a:t>
            </a:r>
            <a:endParaRPr b="1" sz="1900">
              <a:solidFill>
                <a:srgbClr val="6FA8DC"/>
              </a:solidFill>
            </a:endParaRPr>
          </a:p>
          <a:p>
            <a:pPr indent="0" lvl="0" marL="0" rtl="0" algn="l">
              <a:spcBef>
                <a:spcPts val="1200"/>
              </a:spcBef>
              <a:spcAft>
                <a:spcPts val="1200"/>
              </a:spcAft>
              <a:buNone/>
            </a:pPr>
            <a:r>
              <a:rPr b="1" lang="fr" sz="1900">
                <a:solidFill>
                  <a:srgbClr val="93C47D"/>
                </a:solidFill>
              </a:rPr>
              <a:t>49% de femmes (18)</a:t>
            </a:r>
            <a:endParaRPr b="1" sz="1900">
              <a:solidFill>
                <a:srgbClr val="93C47D"/>
              </a:solidFill>
            </a:endParaRPr>
          </a:p>
        </p:txBody>
      </p:sp>
      <p:sp>
        <p:nvSpPr>
          <p:cNvPr id="208" name="Google Shape;208;p23"/>
          <p:cNvSpPr/>
          <p:nvPr/>
        </p:nvSpPr>
        <p:spPr>
          <a:xfrm>
            <a:off x="6719500" y="2627025"/>
            <a:ext cx="2165400" cy="592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fr">
                <a:latin typeface="Calibri"/>
                <a:ea typeface="Calibri"/>
                <a:cs typeface="Calibri"/>
                <a:sym typeface="Calibri"/>
              </a:rPr>
              <a:t>(Taux de risque d’accident)</a:t>
            </a:r>
            <a:endParaRPr>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24"/>
          <p:cNvSpPr txBox="1"/>
          <p:nvPr>
            <p:ph type="title"/>
          </p:nvPr>
        </p:nvSpPr>
        <p:spPr>
          <a:xfrm>
            <a:off x="819150" y="845600"/>
            <a:ext cx="7505700" cy="954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Analyse : </a:t>
            </a:r>
            <a:r>
              <a:rPr lang="fr"/>
              <a:t>Y a-t-il des services qui payent mieux que d’autres ?</a:t>
            </a:r>
            <a:endParaRPr/>
          </a:p>
        </p:txBody>
      </p:sp>
      <p:pic>
        <p:nvPicPr>
          <p:cNvPr id="214" name="Google Shape;214;p24"/>
          <p:cNvPicPr preferRelativeResize="0"/>
          <p:nvPr/>
        </p:nvPicPr>
        <p:blipFill>
          <a:blip r:embed="rId3">
            <a:alphaModFix/>
          </a:blip>
          <a:stretch>
            <a:fillRect/>
          </a:stretch>
        </p:blipFill>
        <p:spPr>
          <a:xfrm>
            <a:off x="596425" y="2040651"/>
            <a:ext cx="3535874" cy="2582800"/>
          </a:xfrm>
          <a:prstGeom prst="rect">
            <a:avLst/>
          </a:prstGeom>
          <a:noFill/>
          <a:ln>
            <a:noFill/>
          </a:ln>
        </p:spPr>
      </p:pic>
      <p:pic>
        <p:nvPicPr>
          <p:cNvPr id="215" name="Google Shape;215;p24"/>
          <p:cNvPicPr preferRelativeResize="0"/>
          <p:nvPr/>
        </p:nvPicPr>
        <p:blipFill>
          <a:blip r:embed="rId4">
            <a:alphaModFix/>
          </a:blip>
          <a:stretch>
            <a:fillRect/>
          </a:stretch>
        </p:blipFill>
        <p:spPr>
          <a:xfrm>
            <a:off x="4167050" y="2341900"/>
            <a:ext cx="4350375" cy="17251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25"/>
          <p:cNvSpPr txBox="1"/>
          <p:nvPr>
            <p:ph type="title"/>
          </p:nvPr>
        </p:nvSpPr>
        <p:spPr>
          <a:xfrm>
            <a:off x="613225" y="324525"/>
            <a:ext cx="7505700" cy="954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Analyse : </a:t>
            </a:r>
            <a:r>
              <a:rPr lang="fr"/>
              <a:t>Qu’en est-il de la différence de salaire moyen par service ?</a:t>
            </a:r>
            <a:endParaRPr/>
          </a:p>
        </p:txBody>
      </p:sp>
      <p:sp>
        <p:nvSpPr>
          <p:cNvPr id="221" name="Google Shape;221;p25"/>
          <p:cNvSpPr txBox="1"/>
          <p:nvPr>
            <p:ph idx="1" type="body"/>
          </p:nvPr>
        </p:nvSpPr>
        <p:spPr>
          <a:xfrm>
            <a:off x="5575850" y="1074625"/>
            <a:ext cx="2681700" cy="987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Calcul : F - H</a:t>
            </a:r>
            <a:endParaRPr/>
          </a:p>
          <a:p>
            <a:pPr indent="0" lvl="0" marL="0" rtl="0" algn="l">
              <a:spcBef>
                <a:spcPts val="1200"/>
              </a:spcBef>
              <a:spcAft>
                <a:spcPts val="1200"/>
              </a:spcAft>
              <a:buNone/>
            </a:pPr>
            <a:r>
              <a:rPr lang="fr"/>
              <a:t>et la différence d’ancienneté ?</a:t>
            </a:r>
            <a:endParaRPr/>
          </a:p>
        </p:txBody>
      </p:sp>
      <p:pic>
        <p:nvPicPr>
          <p:cNvPr id="222" name="Google Shape;222;p25"/>
          <p:cNvPicPr preferRelativeResize="0"/>
          <p:nvPr/>
        </p:nvPicPr>
        <p:blipFill>
          <a:blip r:embed="rId3">
            <a:alphaModFix/>
          </a:blip>
          <a:stretch>
            <a:fillRect/>
          </a:stretch>
        </p:blipFill>
        <p:spPr>
          <a:xfrm>
            <a:off x="308800" y="1828375"/>
            <a:ext cx="4615750" cy="2217783"/>
          </a:xfrm>
          <a:prstGeom prst="rect">
            <a:avLst/>
          </a:prstGeom>
          <a:noFill/>
          <a:ln>
            <a:noFill/>
          </a:ln>
        </p:spPr>
      </p:pic>
      <p:pic>
        <p:nvPicPr>
          <p:cNvPr id="223" name="Google Shape;223;p25"/>
          <p:cNvPicPr preferRelativeResize="0"/>
          <p:nvPr/>
        </p:nvPicPr>
        <p:blipFill>
          <a:blip r:embed="rId4">
            <a:alphaModFix/>
          </a:blip>
          <a:stretch>
            <a:fillRect/>
          </a:stretch>
        </p:blipFill>
        <p:spPr>
          <a:xfrm>
            <a:off x="5553476" y="1797100"/>
            <a:ext cx="2726449" cy="1302475"/>
          </a:xfrm>
          <a:prstGeom prst="rect">
            <a:avLst/>
          </a:prstGeom>
          <a:noFill/>
          <a:ln>
            <a:noFill/>
          </a:ln>
        </p:spPr>
      </p:pic>
      <p:sp>
        <p:nvSpPr>
          <p:cNvPr id="224" name="Google Shape;224;p25"/>
          <p:cNvSpPr txBox="1"/>
          <p:nvPr>
            <p:ph idx="1" type="body"/>
          </p:nvPr>
        </p:nvSpPr>
        <p:spPr>
          <a:xfrm>
            <a:off x="5575850" y="3049161"/>
            <a:ext cx="2562300" cy="4917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fr"/>
              <a:t>et des contrats ?</a:t>
            </a:r>
            <a:endParaRPr/>
          </a:p>
        </p:txBody>
      </p:sp>
      <p:pic>
        <p:nvPicPr>
          <p:cNvPr id="225" name="Google Shape;225;p25"/>
          <p:cNvPicPr preferRelativeResize="0"/>
          <p:nvPr/>
        </p:nvPicPr>
        <p:blipFill>
          <a:blip r:embed="rId5">
            <a:alphaModFix/>
          </a:blip>
          <a:stretch>
            <a:fillRect/>
          </a:stretch>
        </p:blipFill>
        <p:spPr>
          <a:xfrm>
            <a:off x="5553475" y="3588713"/>
            <a:ext cx="3264901" cy="1153012"/>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26"/>
          <p:cNvSpPr txBox="1"/>
          <p:nvPr>
            <p:ph type="title"/>
          </p:nvPr>
        </p:nvSpPr>
        <p:spPr>
          <a:xfrm>
            <a:off x="801925" y="3060475"/>
            <a:ext cx="7505700" cy="661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sz="2600"/>
              <a:t>Néanmoins… r</a:t>
            </a:r>
            <a:r>
              <a:rPr lang="fr" sz="2600"/>
              <a:t>ecommandations d’actions :</a:t>
            </a:r>
            <a:endParaRPr sz="2600"/>
          </a:p>
        </p:txBody>
      </p:sp>
      <p:sp>
        <p:nvSpPr>
          <p:cNvPr id="231" name="Google Shape;231;p26"/>
          <p:cNvSpPr txBox="1"/>
          <p:nvPr>
            <p:ph idx="1" type="body"/>
          </p:nvPr>
        </p:nvSpPr>
        <p:spPr>
          <a:xfrm>
            <a:off x="788150" y="3756850"/>
            <a:ext cx="7505700" cy="11424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fr" sz="1700"/>
              <a:t>=&gt; recruter des femmes dans le service informatique</a:t>
            </a:r>
            <a:endParaRPr sz="1700"/>
          </a:p>
          <a:p>
            <a:pPr indent="0" lvl="0" marL="0" rtl="0" algn="l">
              <a:spcBef>
                <a:spcPts val="1200"/>
              </a:spcBef>
              <a:spcAft>
                <a:spcPts val="0"/>
              </a:spcAft>
              <a:buNone/>
            </a:pPr>
            <a:r>
              <a:rPr lang="fr" sz="1700"/>
              <a:t>=&gt; revoir les salaire des femmes en RH</a:t>
            </a:r>
            <a:endParaRPr sz="1700"/>
          </a:p>
          <a:p>
            <a:pPr indent="0" lvl="0" marL="0" rtl="0" algn="l">
              <a:spcBef>
                <a:spcPts val="1200"/>
              </a:spcBef>
              <a:spcAft>
                <a:spcPts val="1200"/>
              </a:spcAft>
              <a:buNone/>
            </a:pPr>
            <a:r>
              <a:t/>
            </a:r>
            <a:endParaRPr/>
          </a:p>
        </p:txBody>
      </p:sp>
      <p:sp>
        <p:nvSpPr>
          <p:cNvPr id="232" name="Google Shape;232;p26"/>
          <p:cNvSpPr txBox="1"/>
          <p:nvPr>
            <p:ph type="title"/>
          </p:nvPr>
        </p:nvSpPr>
        <p:spPr>
          <a:xfrm>
            <a:off x="819150" y="279625"/>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lang="fr" sz="2400"/>
              <a:t>Pourquoi je ne peux pas établir un score final ?</a:t>
            </a:r>
            <a:endParaRPr sz="2400"/>
          </a:p>
        </p:txBody>
      </p:sp>
      <p:sp>
        <p:nvSpPr>
          <p:cNvPr id="233" name="Google Shape;233;p26"/>
          <p:cNvSpPr txBox="1"/>
          <p:nvPr>
            <p:ph idx="1" type="body"/>
          </p:nvPr>
        </p:nvSpPr>
        <p:spPr>
          <a:xfrm>
            <a:off x="819150" y="1120600"/>
            <a:ext cx="7505700" cy="1782000"/>
          </a:xfrm>
          <a:prstGeom prst="rect">
            <a:avLst/>
          </a:prstGeom>
        </p:spPr>
        <p:txBody>
          <a:bodyPr anchorCtr="0" anchor="t" bIns="91425" lIns="91425" spcFirstLastPara="1" rIns="91425" wrap="square" tIns="91425">
            <a:normAutofit fontScale="92500" lnSpcReduction="10000"/>
          </a:bodyPr>
          <a:lstStyle/>
          <a:p>
            <a:pPr indent="0" lvl="0" marL="0" rtl="0" algn="l">
              <a:spcBef>
                <a:spcPts val="0"/>
              </a:spcBef>
              <a:spcAft>
                <a:spcPts val="1200"/>
              </a:spcAft>
              <a:buNone/>
            </a:pPr>
            <a:r>
              <a:rPr lang="fr" sz="1700"/>
              <a:t>Le score global de l’index égalité femmes-hommes ne peut pas être calculé car il repose sur 5 indicateurs (écart de rémunération, écarts d’augmentations, écarts de promotions, augmentations au retour de congé maternité et part des femmes parmi les 10 plus hautes rémunérations). Or, nos données ne permettent pas de mesurer correctement l’indicateur lié au congé maternité (car c’est binaire (0/1), il manque la date de retour pour vérifier l’augmentation dans les 12 mois suivants, comme l’exige la loi)</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hift">
  <a:themeElements>
    <a:clrScheme name="Shift">
      <a:dk1>
        <a:srgbClr val="FFFFFF"/>
      </a:dk1>
      <a:lt1>
        <a:srgbClr val="AF7B51"/>
      </a:lt1>
      <a:dk2>
        <a:srgbClr val="233A44"/>
      </a:dk2>
      <a:lt2>
        <a:srgbClr val="D9D9D9"/>
      </a:lt2>
      <a:accent1>
        <a:srgbClr val="00796B"/>
      </a:accent1>
      <a:accent2>
        <a:srgbClr val="D9563F"/>
      </a:accent2>
      <a:accent3>
        <a:srgbClr val="C4A15A"/>
      </a:accent3>
      <a:accent4>
        <a:srgbClr val="14F597"/>
      </a:accent4>
      <a:accent5>
        <a:srgbClr val="3D4594"/>
      </a:accent5>
      <a:accent6>
        <a:srgbClr val="163EF5"/>
      </a:accent6>
      <a:hlink>
        <a:srgbClr val="3D4594"/>
      </a:hlink>
      <a:folHlink>
        <a:srgbClr val="3D459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