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 id="2147483679" r:id="rId2"/>
  </p:sldMasterIdLst>
  <p:notesMasterIdLst>
    <p:notesMasterId r:id="rId30"/>
  </p:notesMasterIdLst>
  <p:sldIdLst>
    <p:sldId id="256" r:id="rId3"/>
    <p:sldId id="257" r:id="rId4"/>
    <p:sldId id="258" r:id="rId5"/>
    <p:sldId id="259" r:id="rId6"/>
    <p:sldId id="260" r:id="rId7"/>
    <p:sldId id="267" r:id="rId8"/>
    <p:sldId id="261" r:id="rId9"/>
    <p:sldId id="262" r:id="rId10"/>
    <p:sldId id="268" r:id="rId11"/>
    <p:sldId id="263" r:id="rId12"/>
    <p:sldId id="270" r:id="rId13"/>
    <p:sldId id="269" r:id="rId14"/>
    <p:sldId id="271" r:id="rId15"/>
    <p:sldId id="264" r:id="rId16"/>
    <p:sldId id="265" r:id="rId17"/>
    <p:sldId id="272" r:id="rId18"/>
    <p:sldId id="273" r:id="rId19"/>
    <p:sldId id="274" r:id="rId20"/>
    <p:sldId id="275" r:id="rId21"/>
    <p:sldId id="276" r:id="rId22"/>
    <p:sldId id="277" r:id="rId23"/>
    <p:sldId id="278" r:id="rId24"/>
    <p:sldId id="279" r:id="rId25"/>
    <p:sldId id="280" r:id="rId26"/>
    <p:sldId id="281" r:id="rId27"/>
    <p:sldId id="282" r:id="rId28"/>
    <p:sldId id="266" r:id="rId29"/>
  </p:sldIdLst>
  <p:sldSz cx="9144000" cy="5143500" type="screen16x9"/>
  <p:notesSz cx="6858000" cy="9144000"/>
  <p:embeddedFontLst>
    <p:embeddedFont>
      <p:font typeface="Arial Black" panose="020B0A04020102020204" pitchFamily="3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206" d="100"/>
          <a:sy n="206" d="100"/>
        </p:scale>
        <p:origin x="504" y="18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5c099360e7_3_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25c099360e7_3_1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g25c099360e7_3_1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5c099360e7_3_2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g25c099360e7_3_2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g25c099360e7_3_20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5c099360e7_3_2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25c099360e7_3_2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g25c099360e7_3_2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5c099360e7_3_2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25c099360e7_3_2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g25c099360e7_3_2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5c099360e7_3_2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25c099360e7_3_2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g25c099360e7_3_2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a:extLst>
            <a:ext uri="{FF2B5EF4-FFF2-40B4-BE49-F238E27FC236}">
              <a16:creationId xmlns:a16="http://schemas.microsoft.com/office/drawing/2014/main" id="{DE4B0A40-F8E5-F5C3-3586-E609CE86F28F}"/>
            </a:ext>
          </a:extLst>
        </p:cNvPr>
        <p:cNvGrpSpPr/>
        <p:nvPr/>
      </p:nvGrpSpPr>
      <p:grpSpPr>
        <a:xfrm>
          <a:off x="0" y="0"/>
          <a:ext cx="0" cy="0"/>
          <a:chOff x="0" y="0"/>
          <a:chExt cx="0" cy="0"/>
        </a:xfrm>
      </p:grpSpPr>
      <p:sp>
        <p:nvSpPr>
          <p:cNvPr id="290" name="Google Shape;290;g25c099360e7_3_235:notes">
            <a:extLst>
              <a:ext uri="{FF2B5EF4-FFF2-40B4-BE49-F238E27FC236}">
                <a16:creationId xmlns:a16="http://schemas.microsoft.com/office/drawing/2014/main" id="{E901E19A-8DBB-781D-EC12-AA75DFA1CD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25c099360e7_3_235:notes">
            <a:extLst>
              <a:ext uri="{FF2B5EF4-FFF2-40B4-BE49-F238E27FC236}">
                <a16:creationId xmlns:a16="http://schemas.microsoft.com/office/drawing/2014/main" id="{9A4D095B-58A9-CE8A-C833-BBA14938FE9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g25c099360e7_3_235:notes">
            <a:extLst>
              <a:ext uri="{FF2B5EF4-FFF2-40B4-BE49-F238E27FC236}">
                <a16:creationId xmlns:a16="http://schemas.microsoft.com/office/drawing/2014/main" id="{8D0496B1-C48D-6596-8914-6CE98A7785C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6</a:t>
            </a:fld>
            <a:endParaRPr/>
          </a:p>
        </p:txBody>
      </p:sp>
    </p:spTree>
    <p:extLst>
      <p:ext uri="{BB962C8B-B14F-4D97-AF65-F5344CB8AC3E}">
        <p14:creationId xmlns:p14="http://schemas.microsoft.com/office/powerpoint/2010/main" val="2772554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5c099360e7_3_2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g25c099360e7_3_2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g25c099360e7_3_2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5c099360e7_3_2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g25c099360e7_3_2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g25c099360e7_3_2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a:extLst>
            <a:ext uri="{FF2B5EF4-FFF2-40B4-BE49-F238E27FC236}">
              <a16:creationId xmlns:a16="http://schemas.microsoft.com/office/drawing/2014/main" id="{E61A9EE4-F0B1-7FE7-D804-55AA27926684}"/>
            </a:ext>
          </a:extLst>
        </p:cNvPr>
        <p:cNvGrpSpPr/>
        <p:nvPr/>
      </p:nvGrpSpPr>
      <p:grpSpPr>
        <a:xfrm>
          <a:off x="0" y="0"/>
          <a:ext cx="0" cy="0"/>
          <a:chOff x="0" y="0"/>
          <a:chExt cx="0" cy="0"/>
        </a:xfrm>
      </p:grpSpPr>
      <p:sp>
        <p:nvSpPr>
          <p:cNvPr id="308" name="Google Shape;308;g25c099360e7_3_251:notes">
            <a:extLst>
              <a:ext uri="{FF2B5EF4-FFF2-40B4-BE49-F238E27FC236}">
                <a16:creationId xmlns:a16="http://schemas.microsoft.com/office/drawing/2014/main" id="{2D1568CC-90AD-A1F9-0CD5-0DBBC2390D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g25c099360e7_3_251:notes">
            <a:extLst>
              <a:ext uri="{FF2B5EF4-FFF2-40B4-BE49-F238E27FC236}">
                <a16:creationId xmlns:a16="http://schemas.microsoft.com/office/drawing/2014/main" id="{635ECB6A-FE0D-C981-D10C-399CFB763B1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g25c099360e7_3_251:notes">
            <a:extLst>
              <a:ext uri="{FF2B5EF4-FFF2-40B4-BE49-F238E27FC236}">
                <a16:creationId xmlns:a16="http://schemas.microsoft.com/office/drawing/2014/main" id="{CA1E1355-58B8-9EF3-7C15-1A78C3C0F49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9</a:t>
            </a:fld>
            <a:endParaRPr/>
          </a:p>
        </p:txBody>
      </p:sp>
    </p:spTree>
    <p:extLst>
      <p:ext uri="{BB962C8B-B14F-4D97-AF65-F5344CB8AC3E}">
        <p14:creationId xmlns:p14="http://schemas.microsoft.com/office/powerpoint/2010/main" val="1209004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25c099360e7_3_2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5c099360e7_3_2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93C3478C-1A33-2358-CFED-14460780FD04}"/>
            </a:ext>
          </a:extLst>
        </p:cNvPr>
        <p:cNvGrpSpPr/>
        <p:nvPr/>
      </p:nvGrpSpPr>
      <p:grpSpPr>
        <a:xfrm>
          <a:off x="0" y="0"/>
          <a:ext cx="0" cy="0"/>
          <a:chOff x="0" y="0"/>
          <a:chExt cx="0" cy="0"/>
        </a:xfrm>
      </p:grpSpPr>
      <p:sp>
        <p:nvSpPr>
          <p:cNvPr id="317" name="Google Shape;317;g25c099360e7_3_259:notes">
            <a:extLst>
              <a:ext uri="{FF2B5EF4-FFF2-40B4-BE49-F238E27FC236}">
                <a16:creationId xmlns:a16="http://schemas.microsoft.com/office/drawing/2014/main" id="{22418747-2390-7B48-336A-728E3BAC47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a:extLst>
              <a:ext uri="{FF2B5EF4-FFF2-40B4-BE49-F238E27FC236}">
                <a16:creationId xmlns:a16="http://schemas.microsoft.com/office/drawing/2014/main" id="{670ACAF6-B0D8-8D87-90F8-5C2F9205972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5c099360e7_3_259:notes">
            <a:extLst>
              <a:ext uri="{FF2B5EF4-FFF2-40B4-BE49-F238E27FC236}">
                <a16:creationId xmlns:a16="http://schemas.microsoft.com/office/drawing/2014/main" id="{C513AA7A-4226-7E5D-235B-BC2EF5E5F5E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11</a:t>
            </a:fld>
            <a:endParaRPr/>
          </a:p>
        </p:txBody>
      </p:sp>
    </p:spTree>
    <p:extLst>
      <p:ext uri="{BB962C8B-B14F-4D97-AF65-F5344CB8AC3E}">
        <p14:creationId xmlns:p14="http://schemas.microsoft.com/office/powerpoint/2010/main" val="2666646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89BE8313-580E-7DCA-296E-3758BC68CAB8}"/>
            </a:ext>
          </a:extLst>
        </p:cNvPr>
        <p:cNvGrpSpPr/>
        <p:nvPr/>
      </p:nvGrpSpPr>
      <p:grpSpPr>
        <a:xfrm>
          <a:off x="0" y="0"/>
          <a:ext cx="0" cy="0"/>
          <a:chOff x="0" y="0"/>
          <a:chExt cx="0" cy="0"/>
        </a:xfrm>
      </p:grpSpPr>
      <p:sp>
        <p:nvSpPr>
          <p:cNvPr id="317" name="Google Shape;317;g25c099360e7_3_259:notes">
            <a:extLst>
              <a:ext uri="{FF2B5EF4-FFF2-40B4-BE49-F238E27FC236}">
                <a16:creationId xmlns:a16="http://schemas.microsoft.com/office/drawing/2014/main" id="{A465E748-D080-B5B7-618D-827D54463B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a:extLst>
              <a:ext uri="{FF2B5EF4-FFF2-40B4-BE49-F238E27FC236}">
                <a16:creationId xmlns:a16="http://schemas.microsoft.com/office/drawing/2014/main" id="{EEDBE534-78ED-FFF5-3FAF-4F50D51D0A5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5c099360e7_3_259:notes">
            <a:extLst>
              <a:ext uri="{FF2B5EF4-FFF2-40B4-BE49-F238E27FC236}">
                <a16:creationId xmlns:a16="http://schemas.microsoft.com/office/drawing/2014/main" id="{44B86101-5DCA-145F-EC00-D575A29B6D5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12</a:t>
            </a:fld>
            <a:endParaRPr/>
          </a:p>
        </p:txBody>
      </p:sp>
    </p:spTree>
    <p:extLst>
      <p:ext uri="{BB962C8B-B14F-4D97-AF65-F5344CB8AC3E}">
        <p14:creationId xmlns:p14="http://schemas.microsoft.com/office/powerpoint/2010/main" val="3612843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a:extLst>
            <a:ext uri="{FF2B5EF4-FFF2-40B4-BE49-F238E27FC236}">
              <a16:creationId xmlns:a16="http://schemas.microsoft.com/office/drawing/2014/main" id="{2F7C1B17-757A-0B4C-5A17-39FCF58E13F2}"/>
            </a:ext>
          </a:extLst>
        </p:cNvPr>
        <p:cNvGrpSpPr/>
        <p:nvPr/>
      </p:nvGrpSpPr>
      <p:grpSpPr>
        <a:xfrm>
          <a:off x="0" y="0"/>
          <a:ext cx="0" cy="0"/>
          <a:chOff x="0" y="0"/>
          <a:chExt cx="0" cy="0"/>
        </a:xfrm>
      </p:grpSpPr>
      <p:sp>
        <p:nvSpPr>
          <p:cNvPr id="317" name="Google Shape;317;g25c099360e7_3_259:notes">
            <a:extLst>
              <a:ext uri="{FF2B5EF4-FFF2-40B4-BE49-F238E27FC236}">
                <a16:creationId xmlns:a16="http://schemas.microsoft.com/office/drawing/2014/main" id="{8579D860-E020-D0F8-3084-B641E232EA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25c099360e7_3_259:notes">
            <a:extLst>
              <a:ext uri="{FF2B5EF4-FFF2-40B4-BE49-F238E27FC236}">
                <a16:creationId xmlns:a16="http://schemas.microsoft.com/office/drawing/2014/main" id="{70AA3DC3-8913-2905-4F9E-B66BCCAB81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5c099360e7_3_259:notes">
            <a:extLst>
              <a:ext uri="{FF2B5EF4-FFF2-40B4-BE49-F238E27FC236}">
                <a16:creationId xmlns:a16="http://schemas.microsoft.com/office/drawing/2014/main" id="{B7961E26-CCA4-60CB-BF77-1CC10DC111D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13</a:t>
            </a:fld>
            <a:endParaRPr/>
          </a:p>
        </p:txBody>
      </p:sp>
    </p:spTree>
    <p:extLst>
      <p:ext uri="{BB962C8B-B14F-4D97-AF65-F5344CB8AC3E}">
        <p14:creationId xmlns:p14="http://schemas.microsoft.com/office/powerpoint/2010/main" val="659573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5c099360e7_3_2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g25c099360e7_3_2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g25c099360e7_3_2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5c099360e7_3_2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333CCFD7-3973-6400-31A6-FA5E3F1A0B54}"/>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EF9CAD8E-ADD3-C34C-EBA3-FC03CD8A89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F369A400-9B85-CF3C-196E-9F5136AE3C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A0695C9D-FB0D-4AEF-A96E-0073157957D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16</a:t>
            </a:fld>
            <a:endParaRPr/>
          </a:p>
        </p:txBody>
      </p:sp>
    </p:spTree>
    <p:extLst>
      <p:ext uri="{BB962C8B-B14F-4D97-AF65-F5344CB8AC3E}">
        <p14:creationId xmlns:p14="http://schemas.microsoft.com/office/powerpoint/2010/main" val="23470502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806CCCD7-A339-6FF4-7D5F-D23343C777A8}"/>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67735423-B396-E37B-F407-E7482A892B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63B59EE5-A031-8806-2689-94F67D38018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083DED98-0821-7295-2DFE-58E6E197BE0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17</a:t>
            </a:fld>
            <a:endParaRPr/>
          </a:p>
        </p:txBody>
      </p:sp>
    </p:spTree>
    <p:extLst>
      <p:ext uri="{BB962C8B-B14F-4D97-AF65-F5344CB8AC3E}">
        <p14:creationId xmlns:p14="http://schemas.microsoft.com/office/powerpoint/2010/main" val="7966138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8F5B2B0F-6DF6-6A66-E710-E85A69414D7C}"/>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BEEE2CA3-692F-CC5C-41A8-E6CB61C53B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96A47A03-E63D-F50F-6B94-E2475F5AC53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F1E369DB-D43A-91A9-305B-BAB1EC3D25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18</a:t>
            </a:fld>
            <a:endParaRPr/>
          </a:p>
        </p:txBody>
      </p:sp>
    </p:spTree>
    <p:extLst>
      <p:ext uri="{BB962C8B-B14F-4D97-AF65-F5344CB8AC3E}">
        <p14:creationId xmlns:p14="http://schemas.microsoft.com/office/powerpoint/2010/main" val="20167594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25EE1E41-484E-1071-F55A-A093ABA982B5}"/>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F1A25B06-0FBA-BB36-73EE-EE0AC54964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CCCD72EF-D926-5CF0-17E7-7A4BE9F916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31851BF3-2A3A-6596-97EB-1045BB071F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19</a:t>
            </a:fld>
            <a:endParaRPr/>
          </a:p>
        </p:txBody>
      </p:sp>
    </p:spTree>
    <p:extLst>
      <p:ext uri="{BB962C8B-B14F-4D97-AF65-F5344CB8AC3E}">
        <p14:creationId xmlns:p14="http://schemas.microsoft.com/office/powerpoint/2010/main" val="19627667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F5B617D2-A54F-010D-EE57-C16ED0A50847}"/>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1C58FEF8-07BF-15E1-23E1-6A27113960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0BCB0FE9-ABF6-5B35-3540-0F856AF098F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37732BF3-D022-2278-7FDE-8418B8E4204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20</a:t>
            </a:fld>
            <a:endParaRPr/>
          </a:p>
        </p:txBody>
      </p:sp>
    </p:spTree>
    <p:extLst>
      <p:ext uri="{BB962C8B-B14F-4D97-AF65-F5344CB8AC3E}">
        <p14:creationId xmlns:p14="http://schemas.microsoft.com/office/powerpoint/2010/main" val="25064712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6F98480B-DB15-8133-0FB5-4D42B89F04FC}"/>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6600F53E-E4FA-98CC-6619-9A5075E5F1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AFB64BBE-AC34-7983-344A-342CFBB4D38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196FA53B-602E-CBED-8F48-7EAC01FF9A8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21</a:t>
            </a:fld>
            <a:endParaRPr/>
          </a:p>
        </p:txBody>
      </p:sp>
    </p:spTree>
    <p:extLst>
      <p:ext uri="{BB962C8B-B14F-4D97-AF65-F5344CB8AC3E}">
        <p14:creationId xmlns:p14="http://schemas.microsoft.com/office/powerpoint/2010/main" val="22123156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C0C0A864-F11D-4DE0-968D-7A25D9EFE3F2}"/>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4E6AD4AB-CB64-38A3-39F0-5E0D708E11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898B4C2B-289B-16B5-4270-9CFC7DA0D9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B67390C9-2C67-AA3D-42C7-851781CE692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22</a:t>
            </a:fld>
            <a:endParaRPr/>
          </a:p>
        </p:txBody>
      </p:sp>
    </p:spTree>
    <p:extLst>
      <p:ext uri="{BB962C8B-B14F-4D97-AF65-F5344CB8AC3E}">
        <p14:creationId xmlns:p14="http://schemas.microsoft.com/office/powerpoint/2010/main" val="31505254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4DD86CFE-1EC9-8FFA-62E6-86D5457CB32E}"/>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15756B41-4ECD-A0F7-AB1D-073939C5E0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40F10ECD-E4B0-CAFA-9F32-C24844DA49A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C0F6D5B8-1272-B3AF-A733-6A3F61A0B6A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23</a:t>
            </a:fld>
            <a:endParaRPr/>
          </a:p>
        </p:txBody>
      </p:sp>
    </p:spTree>
    <p:extLst>
      <p:ext uri="{BB962C8B-B14F-4D97-AF65-F5344CB8AC3E}">
        <p14:creationId xmlns:p14="http://schemas.microsoft.com/office/powerpoint/2010/main" val="5253889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A49C65B4-46D0-EFD8-1F74-06C3E4C50F86}"/>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EC9AE186-6784-4132-C3AE-39D5BF5EE3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69666FC4-65A2-8480-D29B-317383E25B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E844FF16-E720-51AA-B1FB-1423F88E47F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24</a:t>
            </a:fld>
            <a:endParaRPr/>
          </a:p>
        </p:txBody>
      </p:sp>
    </p:spTree>
    <p:extLst>
      <p:ext uri="{BB962C8B-B14F-4D97-AF65-F5344CB8AC3E}">
        <p14:creationId xmlns:p14="http://schemas.microsoft.com/office/powerpoint/2010/main" val="27233016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12066789-A603-1030-83B8-4F7D225BB61B}"/>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B12D68DF-E0C4-E431-BA6D-F2528277E2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817E4724-57CD-393D-F69C-72816E5C6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37E80A98-3FF1-0229-ACB5-110292FE4C3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25</a:t>
            </a:fld>
            <a:endParaRPr/>
          </a:p>
        </p:txBody>
      </p:sp>
    </p:spTree>
    <p:extLst>
      <p:ext uri="{BB962C8B-B14F-4D97-AF65-F5344CB8AC3E}">
        <p14:creationId xmlns:p14="http://schemas.microsoft.com/office/powerpoint/2010/main" val="30675672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CF3024F3-79CB-1340-69BB-F90DADDE14BA}"/>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9B3F2808-61E9-FF16-CC64-5957B33A1D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2200D046-2D40-9014-EDBC-B2C91BB9B69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25c099360e7_3_277:notes">
            <a:extLst>
              <a:ext uri="{FF2B5EF4-FFF2-40B4-BE49-F238E27FC236}">
                <a16:creationId xmlns:a16="http://schemas.microsoft.com/office/drawing/2014/main" id="{18304C1F-4707-AB31-B0AE-F7F81BA2977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26</a:t>
            </a:fld>
            <a:endParaRPr/>
          </a:p>
        </p:txBody>
      </p:sp>
    </p:spTree>
    <p:extLst>
      <p:ext uri="{BB962C8B-B14F-4D97-AF65-F5344CB8AC3E}">
        <p14:creationId xmlns:p14="http://schemas.microsoft.com/office/powerpoint/2010/main" val="38350703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5c099360e7_3_2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g25c099360e7_3_2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g25c099360e7_3_2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apositive de titre avec image">
  <p:cSld name="Diapositive de titre avec image">
    <p:spTree>
      <p:nvGrpSpPr>
        <p:cNvPr id="1" name="Shape 54"/>
        <p:cNvGrpSpPr/>
        <p:nvPr/>
      </p:nvGrpSpPr>
      <p:grpSpPr>
        <a:xfrm>
          <a:off x="0" y="0"/>
          <a:ext cx="0" cy="0"/>
          <a:chOff x="0" y="0"/>
          <a:chExt cx="0" cy="0"/>
        </a:xfrm>
      </p:grpSpPr>
      <p:sp>
        <p:nvSpPr>
          <p:cNvPr id="55" name="Google Shape;55;p14"/>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56" name="Google Shape;56;p14"/>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sp>
        <p:nvSpPr>
          <p:cNvPr id="57" name="Google Shape;57;p14"/>
          <p:cNvSpPr>
            <a:spLocks noGrp="1"/>
          </p:cNvSpPr>
          <p:nvPr>
            <p:ph type="pic" idx="2"/>
          </p:nvPr>
        </p:nvSpPr>
        <p:spPr>
          <a:xfrm>
            <a:off x="1262549" y="645708"/>
            <a:ext cx="3321392" cy="3852817"/>
          </a:xfrm>
          <a:prstGeom prst="rect">
            <a:avLst/>
          </a:prstGeom>
          <a:noFill/>
          <a:ln>
            <a:noFill/>
          </a:ln>
        </p:spPr>
      </p:sp>
      <p:cxnSp>
        <p:nvCxnSpPr>
          <p:cNvPr id="58" name="Google Shape;58;p14"/>
          <p:cNvCxnSpPr/>
          <p:nvPr/>
        </p:nvCxnSpPr>
        <p:spPr>
          <a:xfrm rot="10800000" flipH="1">
            <a:off x="6753226" y="2943224"/>
            <a:ext cx="2390775" cy="1266825"/>
          </a:xfrm>
          <a:prstGeom prst="straightConnector1">
            <a:avLst/>
          </a:prstGeom>
          <a:noFill/>
          <a:ln w="9525" cap="flat" cmpd="sng">
            <a:solidFill>
              <a:srgbClr val="EE9571"/>
            </a:solidFill>
            <a:prstDash val="solid"/>
            <a:miter lim="800000"/>
            <a:headEnd type="none" w="sm" len="sm"/>
            <a:tailEnd type="none" w="sm" len="sm"/>
          </a:ln>
        </p:spPr>
      </p:cxnSp>
      <p:sp>
        <p:nvSpPr>
          <p:cNvPr id="59" name="Google Shape;59;p14" title="Titre"/>
          <p:cNvSpPr txBox="1">
            <a:spLocks noGrp="1"/>
          </p:cNvSpPr>
          <p:nvPr>
            <p:ph type="ctrTitle"/>
          </p:nvPr>
        </p:nvSpPr>
        <p:spPr>
          <a:xfrm>
            <a:off x="4781791" y="1504563"/>
            <a:ext cx="3640180" cy="1212189"/>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200"/>
              <a:buFont typeface="Calibri"/>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0" name="Google Shape;60;p14" title="Sous-titre"/>
          <p:cNvSpPr txBox="1">
            <a:spLocks noGrp="1"/>
          </p:cNvSpPr>
          <p:nvPr>
            <p:ph type="subTitle" idx="1"/>
          </p:nvPr>
        </p:nvSpPr>
        <p:spPr>
          <a:xfrm>
            <a:off x="4781411" y="2730749"/>
            <a:ext cx="3640754" cy="943181"/>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rgbClr val="2E7A40"/>
              </a:buClr>
              <a:buSzPts val="1800"/>
              <a:buFont typeface="Arial"/>
              <a:buNone/>
              <a:defRPr sz="1800" b="0" i="0" u="none" strike="noStrike" cap="none">
                <a:solidFill>
                  <a:schemeClr val="accent6"/>
                </a:solidFill>
                <a:latin typeface="Calibri"/>
                <a:ea typeface="Calibri"/>
                <a:cs typeface="Calibri"/>
                <a:sym typeface="Calibri"/>
              </a:defRPr>
            </a:lvl1pPr>
            <a:lvl2pPr marR="0" lvl="1" algn="ctr"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4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3pPr>
            <a:lvl4pPr marR="0" lvl="3" algn="ctr" rtl="0">
              <a:lnSpc>
                <a:spcPct val="90000"/>
              </a:lnSpc>
              <a:spcBef>
                <a:spcPts val="400"/>
              </a:spcBef>
              <a:spcAft>
                <a:spcPts val="0"/>
              </a:spcAft>
              <a:buClr>
                <a:srgbClr val="2E7A40"/>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400"/>
              </a:spcBef>
              <a:spcAft>
                <a:spcPts val="0"/>
              </a:spcAft>
              <a:buClr>
                <a:srgbClr val="2E7A40"/>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cxnSp>
        <p:nvCxnSpPr>
          <p:cNvPr id="61" name="Google Shape;61;p14"/>
          <p:cNvCxnSpPr/>
          <p:nvPr/>
        </p:nvCxnSpPr>
        <p:spPr>
          <a:xfrm rot="10800000" flipH="1">
            <a:off x="-13378" y="3525012"/>
            <a:ext cx="1439842" cy="750790"/>
          </a:xfrm>
          <a:prstGeom prst="straightConnector1">
            <a:avLst/>
          </a:prstGeom>
          <a:noFill/>
          <a:ln w="9525" cap="flat" cmpd="sng">
            <a:solidFill>
              <a:srgbClr val="E26064"/>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SPOSITION DU TEXTE 01">
  <p:cSld name="DISPOSITION DU TEXTE 01">
    <p:spTree>
      <p:nvGrpSpPr>
        <p:cNvPr id="1" name="Shape 62"/>
        <p:cNvGrpSpPr/>
        <p:nvPr/>
      </p:nvGrpSpPr>
      <p:grpSpPr>
        <a:xfrm>
          <a:off x="0" y="0"/>
          <a:ext cx="0" cy="0"/>
          <a:chOff x="0" y="0"/>
          <a:chExt cx="0" cy="0"/>
        </a:xfrm>
      </p:grpSpPr>
      <p:sp>
        <p:nvSpPr>
          <p:cNvPr id="63" name="Google Shape;63;p15" title="Puces"/>
          <p:cNvSpPr txBox="1">
            <a:spLocks noGrp="1"/>
          </p:cNvSpPr>
          <p:nvPr>
            <p:ph type="body" idx="1"/>
          </p:nvPr>
        </p:nvSpPr>
        <p:spPr>
          <a:xfrm>
            <a:off x="398533" y="2397686"/>
            <a:ext cx="3707122" cy="2218706"/>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4" name="Google Shape;64;p15"/>
          <p:cNvSpPr/>
          <p:nvPr/>
        </p:nvSpPr>
        <p:spPr>
          <a:xfrm rot="10800000">
            <a:off x="1379765" y="-4"/>
            <a:ext cx="7764236" cy="4229105"/>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65" name="Google Shape;65;p15"/>
          <p:cNvSpPr/>
          <p:nvPr/>
        </p:nvSpPr>
        <p:spPr>
          <a:xfrm flipH="1">
            <a:off x="2233613" y="-4"/>
            <a:ext cx="3090863" cy="981079"/>
          </a:xfrm>
          <a:prstGeom prst="parallelogram">
            <a:avLst>
              <a:gd name="adj" fmla="val 186380"/>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66" name="Google Shape;66;p15"/>
          <p:cNvCxnSpPr/>
          <p:nvPr/>
        </p:nvCxnSpPr>
        <p:spPr>
          <a:xfrm rot="10800000" flipH="1">
            <a:off x="4781550" y="3785308"/>
            <a:ext cx="1143431" cy="1352550"/>
          </a:xfrm>
          <a:prstGeom prst="straightConnector1">
            <a:avLst/>
          </a:prstGeom>
          <a:noFill/>
          <a:ln w="9525" cap="flat" cmpd="sng">
            <a:solidFill>
              <a:srgbClr val="EE9571"/>
            </a:solidFill>
            <a:prstDash val="solid"/>
            <a:miter lim="800000"/>
            <a:headEnd type="none" w="sm" len="sm"/>
            <a:tailEnd type="none" w="sm" len="sm"/>
          </a:ln>
        </p:spPr>
      </p:cxnSp>
      <p:sp>
        <p:nvSpPr>
          <p:cNvPr id="67" name="Google Shape;67;p15" title="Sous-titre"/>
          <p:cNvSpPr txBox="1">
            <a:spLocks noGrp="1"/>
          </p:cNvSpPr>
          <p:nvPr>
            <p:ph type="body" idx="2"/>
          </p:nvPr>
        </p:nvSpPr>
        <p:spPr>
          <a:xfrm>
            <a:off x="398534" y="1922608"/>
            <a:ext cx="5506973"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8" name="Google Shape;68;p15" title="Titre "/>
          <p:cNvSpPr txBox="1">
            <a:spLocks noGrp="1"/>
          </p:cNvSpPr>
          <p:nvPr>
            <p:ph type="title"/>
          </p:nvPr>
        </p:nvSpPr>
        <p:spPr>
          <a:xfrm>
            <a:off x="398533" y="981363"/>
            <a:ext cx="5506967" cy="911674"/>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9" name="Google Shape;69;p15"/>
          <p:cNvSpPr>
            <a:spLocks noGrp="1"/>
          </p:cNvSpPr>
          <p:nvPr>
            <p:ph type="pic" idx="3"/>
          </p:nvPr>
        </p:nvSpPr>
        <p:spPr>
          <a:xfrm>
            <a:off x="4953000" y="0"/>
            <a:ext cx="4191000" cy="5154187"/>
          </a:xfrm>
          <a:prstGeom prst="rect">
            <a:avLst/>
          </a:prstGeom>
          <a:solidFill>
            <a:srgbClr val="D8D8D8"/>
          </a:solidFill>
          <a:ln>
            <a:noFill/>
          </a:ln>
        </p:spPr>
      </p:sp>
      <p:sp>
        <p:nvSpPr>
          <p:cNvPr id="70" name="Google Shape;70;p15"/>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1" name="Google Shape;71;p15"/>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31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aison avec sous-titre">
  <p:cSld name="Comparaison avec sous-titre">
    <p:spTree>
      <p:nvGrpSpPr>
        <p:cNvPr id="1" name="Shape 72"/>
        <p:cNvGrpSpPr/>
        <p:nvPr/>
      </p:nvGrpSpPr>
      <p:grpSpPr>
        <a:xfrm>
          <a:off x="0" y="0"/>
          <a:ext cx="0" cy="0"/>
          <a:chOff x="0" y="0"/>
          <a:chExt cx="0" cy="0"/>
        </a:xfrm>
      </p:grpSpPr>
      <p:cxnSp>
        <p:nvCxnSpPr>
          <p:cNvPr id="73" name="Google Shape;73;p16"/>
          <p:cNvCxnSpPr/>
          <p:nvPr/>
        </p:nvCxnSpPr>
        <p:spPr>
          <a:xfrm rot="10800000">
            <a:off x="-6935" y="2725475"/>
            <a:ext cx="1434464" cy="1179742"/>
          </a:xfrm>
          <a:prstGeom prst="straightConnector1">
            <a:avLst/>
          </a:prstGeom>
          <a:noFill/>
          <a:ln w="9525" cap="flat" cmpd="sng">
            <a:solidFill>
              <a:srgbClr val="EE9571"/>
            </a:solidFill>
            <a:prstDash val="solid"/>
            <a:miter lim="800000"/>
            <a:headEnd type="none" w="sm" len="sm"/>
            <a:tailEnd type="none" w="sm" len="sm"/>
          </a:ln>
        </p:spPr>
      </p:cxnSp>
      <p:grpSp>
        <p:nvGrpSpPr>
          <p:cNvPr id="74" name="Google Shape;74;p16"/>
          <p:cNvGrpSpPr/>
          <p:nvPr/>
        </p:nvGrpSpPr>
        <p:grpSpPr>
          <a:xfrm flipH="1">
            <a:off x="5670996" y="0"/>
            <a:ext cx="3572983" cy="2655755"/>
            <a:chOff x="-124265" y="-2"/>
            <a:chExt cx="4763978" cy="3367272"/>
          </a:xfrm>
        </p:grpSpPr>
        <p:sp>
          <p:nvSpPr>
            <p:cNvPr id="75" name="Google Shape;75;p16"/>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76" name="Google Shape;76;p16"/>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77" name="Google Shape;77;p16"/>
            <p:cNvSpPr/>
            <p:nvPr/>
          </p:nvSpPr>
          <p:spPr>
            <a:xfrm rot="-2178838">
              <a:off x="-192127" y="1140864"/>
              <a:ext cx="1354398" cy="214994"/>
            </a:xfrm>
            <a:prstGeom prst="parallelogram">
              <a:avLst>
                <a:gd name="adj" fmla="val 72003"/>
              </a:avLst>
            </a:prstGeom>
            <a:solidFill>
              <a:srgbClr val="EE957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78" name="Google Shape;78;p16"/>
          <p:cNvSpPr txBox="1">
            <a:spLocks noGrp="1"/>
          </p:cNvSpPr>
          <p:nvPr>
            <p:ph type="body" idx="1"/>
          </p:nvPr>
        </p:nvSpPr>
        <p:spPr>
          <a:xfrm>
            <a:off x="390524" y="1578666"/>
            <a:ext cx="4106468" cy="585891"/>
          </a:xfrm>
          <a:prstGeom prst="rect">
            <a:avLst/>
          </a:prstGeom>
          <a:noFill/>
          <a:ln>
            <a:noFill/>
          </a:ln>
        </p:spPr>
        <p:txBody>
          <a:bodyPr spcFirstLastPara="1" wrap="square" lIns="68575" tIns="34275" rIns="68575" bIns="34275" anchor="b" anchorCtr="0">
            <a:normAutofit/>
          </a:bodyPr>
          <a:lstStyle>
            <a:lvl1pPr marL="457200" marR="0" lvl="0" indent="-228600" algn="l" rtl="0">
              <a:lnSpc>
                <a:spcPct val="100000"/>
              </a:lnSpc>
              <a:spcBef>
                <a:spcPts val="0"/>
              </a:spcBef>
              <a:spcAft>
                <a:spcPts val="0"/>
              </a:spcAft>
              <a:buClr>
                <a:srgbClr val="2E7A40"/>
              </a:buClr>
              <a:buSzPts val="2100"/>
              <a:buFont typeface="Arial"/>
              <a:buNone/>
              <a:defRPr sz="21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79" name="Google Shape;79;p16" title="Puces"/>
          <p:cNvSpPr txBox="1">
            <a:spLocks noGrp="1"/>
          </p:cNvSpPr>
          <p:nvPr>
            <p:ph type="body" idx="2"/>
          </p:nvPr>
        </p:nvSpPr>
        <p:spPr>
          <a:xfrm>
            <a:off x="390524" y="2164557"/>
            <a:ext cx="4106468" cy="2424112"/>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0000"/>
              </a:lnSpc>
              <a:spcBef>
                <a:spcPts val="800"/>
              </a:spcBef>
              <a:spcAft>
                <a:spcPts val="0"/>
              </a:spcAft>
              <a:buClr>
                <a:srgbClr val="2E7A40"/>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0" name="Google Shape;80;p16"/>
          <p:cNvSpPr txBox="1">
            <a:spLocks noGrp="1"/>
          </p:cNvSpPr>
          <p:nvPr>
            <p:ph type="body" idx="3"/>
          </p:nvPr>
        </p:nvSpPr>
        <p:spPr>
          <a:xfrm>
            <a:off x="4640035" y="1578666"/>
            <a:ext cx="4106700" cy="585891"/>
          </a:xfrm>
          <a:prstGeom prst="rect">
            <a:avLst/>
          </a:prstGeom>
          <a:noFill/>
          <a:ln>
            <a:noFill/>
          </a:ln>
        </p:spPr>
        <p:txBody>
          <a:bodyPr spcFirstLastPara="1" wrap="square" lIns="68575" tIns="34275" rIns="68575" bIns="34275" anchor="b" anchorCtr="0">
            <a:normAutofit/>
          </a:bodyPr>
          <a:lstStyle>
            <a:lvl1pPr marL="457200" marR="0" lvl="0" indent="-228600" algn="l" rtl="0">
              <a:lnSpc>
                <a:spcPct val="100000"/>
              </a:lnSpc>
              <a:spcBef>
                <a:spcPts val="800"/>
              </a:spcBef>
              <a:spcAft>
                <a:spcPts val="0"/>
              </a:spcAft>
              <a:buClr>
                <a:srgbClr val="2E7A40"/>
              </a:buClr>
              <a:buSzPts val="2100"/>
              <a:buFont typeface="Arial"/>
              <a:buNone/>
              <a:defRPr sz="21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81" name="Google Shape;81;p16" title="Puces"/>
          <p:cNvSpPr txBox="1">
            <a:spLocks noGrp="1"/>
          </p:cNvSpPr>
          <p:nvPr>
            <p:ph type="body" idx="4"/>
          </p:nvPr>
        </p:nvSpPr>
        <p:spPr>
          <a:xfrm>
            <a:off x="4640035" y="2164557"/>
            <a:ext cx="4106700" cy="2424112"/>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0000"/>
              </a:lnSpc>
              <a:spcBef>
                <a:spcPts val="800"/>
              </a:spcBef>
              <a:spcAft>
                <a:spcPts val="0"/>
              </a:spcAft>
              <a:buClr>
                <a:srgbClr val="2E7A40"/>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2" name="Google Shape;82;p16" title="Sous-titre"/>
          <p:cNvSpPr txBox="1">
            <a:spLocks noGrp="1"/>
          </p:cNvSpPr>
          <p:nvPr>
            <p:ph type="body" idx="5"/>
          </p:nvPr>
        </p:nvSpPr>
        <p:spPr>
          <a:xfrm>
            <a:off x="390370" y="1032699"/>
            <a:ext cx="5526447"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3" name="Google Shape;83;p16"/>
          <p:cNvSpPr/>
          <p:nvPr/>
        </p:nvSpPr>
        <p:spPr>
          <a:xfrm flipH="1">
            <a:off x="5009931" y="1"/>
            <a:ext cx="1085850" cy="479298"/>
          </a:xfrm>
          <a:prstGeom prst="parallelogram">
            <a:avLst>
              <a:gd name="adj" fmla="val 135617"/>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84" name="Google Shape;84;p16"/>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6"/>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86" name="Google Shape;86;p16"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567">
          <p15:clr>
            <a:srgbClr val="FBAE40"/>
          </p15:clr>
        </p15:guide>
        <p15:guide id="5" orient="horz" pos="583">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En-tête de section avec image">
  <p:cSld name="En-tête de section avec image">
    <p:spTree>
      <p:nvGrpSpPr>
        <p:cNvPr id="1" name="Shape 87"/>
        <p:cNvGrpSpPr/>
        <p:nvPr/>
      </p:nvGrpSpPr>
      <p:grpSpPr>
        <a:xfrm>
          <a:off x="0" y="0"/>
          <a:ext cx="0" cy="0"/>
          <a:chOff x="0" y="0"/>
          <a:chExt cx="0" cy="0"/>
        </a:xfrm>
      </p:grpSpPr>
      <p:sp>
        <p:nvSpPr>
          <p:cNvPr id="88" name="Google Shape;88;p17"/>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89" name="Google Shape;89;p17"/>
          <p:cNvSpPr/>
          <p:nvPr/>
        </p:nvSpPr>
        <p:spPr>
          <a:xfrm rot="-1641210">
            <a:off x="-477993" y="2691132"/>
            <a:ext cx="2895122" cy="1310214"/>
          </a:xfrm>
          <a:prstGeom prst="parallelogram">
            <a:avLst>
              <a:gd name="adj" fmla="val 53218"/>
            </a:avLst>
          </a:prstGeom>
          <a:solidFill>
            <a:srgbClr val="EE957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90" name="Google Shape;90;p17"/>
          <p:cNvCxnSpPr/>
          <p:nvPr/>
        </p:nvCxnSpPr>
        <p:spPr>
          <a:xfrm rot="10800000" flipH="1">
            <a:off x="0" y="757568"/>
            <a:ext cx="1338943" cy="680629"/>
          </a:xfrm>
          <a:prstGeom prst="straightConnector1">
            <a:avLst/>
          </a:prstGeom>
          <a:noFill/>
          <a:ln w="9525" cap="flat" cmpd="sng">
            <a:solidFill>
              <a:srgbClr val="A5A5A5"/>
            </a:solidFill>
            <a:prstDash val="solid"/>
            <a:miter lim="800000"/>
            <a:headEnd type="none" w="sm" len="sm"/>
            <a:tailEnd type="none" w="sm" len="sm"/>
          </a:ln>
        </p:spPr>
      </p:cxnSp>
      <p:sp>
        <p:nvSpPr>
          <p:cNvPr id="91" name="Google Shape;91;p17" title="Titre"/>
          <p:cNvSpPr txBox="1">
            <a:spLocks noGrp="1"/>
          </p:cNvSpPr>
          <p:nvPr>
            <p:ph type="title"/>
          </p:nvPr>
        </p:nvSpPr>
        <p:spPr>
          <a:xfrm>
            <a:off x="4712882" y="1490565"/>
            <a:ext cx="3683725" cy="1342391"/>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000"/>
              <a:buFont typeface="Calibri"/>
              <a:buNone/>
              <a:defRPr sz="3000" b="1">
                <a:solidFill>
                  <a:schemeClr val="accent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17" title="Sous-titre"/>
          <p:cNvSpPr txBox="1">
            <a:spLocks noGrp="1"/>
          </p:cNvSpPr>
          <p:nvPr>
            <p:ph type="body" idx="1"/>
          </p:nvPr>
        </p:nvSpPr>
        <p:spPr>
          <a:xfrm>
            <a:off x="4712882" y="2844035"/>
            <a:ext cx="3683725" cy="682935"/>
          </a:xfrm>
          <a:prstGeom prst="rect">
            <a:avLst/>
          </a:prstGeom>
          <a:noFill/>
          <a:ln>
            <a:noFill/>
          </a:ln>
        </p:spPr>
        <p:txBody>
          <a:bodyPr spcFirstLastPara="1" wrap="square" lIns="68575" tIns="34275" rIns="68575" bIns="34275" anchor="t" anchorCtr="0">
            <a:norm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rgbClr val="909090"/>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0" i="0" u="none" strike="noStrike" cap="none">
                <a:solidFill>
                  <a:srgbClr val="909090"/>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0" i="0" u="none" strike="noStrike" cap="none">
                <a:solidFill>
                  <a:srgbClr val="909090"/>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0" i="0" u="none" strike="noStrike" cap="none">
                <a:solidFill>
                  <a:srgbClr val="909090"/>
                </a:solidFill>
                <a:latin typeface="Calibri"/>
                <a:ea typeface="Calibri"/>
                <a:cs typeface="Calibri"/>
                <a:sym typeface="Calibri"/>
              </a:defRPr>
            </a:lvl5pPr>
            <a:lvl6pPr marL="2743200" marR="0" lvl="5"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6pPr>
            <a:lvl7pPr marL="3200400" marR="0" lvl="6"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7pPr>
            <a:lvl8pPr marL="3657600" marR="0" lvl="7"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8pPr>
            <a:lvl9pPr marL="4114800" marR="0" lvl="8"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9pPr>
          </a:lstStyle>
          <a:p>
            <a:endParaRPr/>
          </a:p>
        </p:txBody>
      </p:sp>
      <p:cxnSp>
        <p:nvCxnSpPr>
          <p:cNvPr id="93" name="Google Shape;93;p17"/>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94" name="Google Shape;94;p17"/>
          <p:cNvSpPr/>
          <p:nvPr/>
        </p:nvSpPr>
        <p:spPr>
          <a:xfrm>
            <a:off x="5815584" y="0"/>
            <a:ext cx="1693926" cy="557114"/>
          </a:xfrm>
          <a:prstGeom prst="parallelogram">
            <a:avLst>
              <a:gd name="adj" fmla="val 195850"/>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95" name="Google Shape;95;p17"/>
          <p:cNvCxnSpPr/>
          <p:nvPr/>
        </p:nvCxnSpPr>
        <p:spPr>
          <a:xfrm rot="10800000" flipH="1">
            <a:off x="0" y="306422"/>
            <a:ext cx="4946515" cy="2552361"/>
          </a:xfrm>
          <a:prstGeom prst="straightConnector1">
            <a:avLst/>
          </a:prstGeom>
          <a:noFill/>
          <a:ln w="9525" cap="flat" cmpd="sng">
            <a:solidFill>
              <a:srgbClr val="A5A5A5"/>
            </a:solidFill>
            <a:prstDash val="solid"/>
            <a:miter lim="800000"/>
            <a:headEnd type="none" w="sm" len="sm"/>
            <a:tailEnd type="none" w="sm" len="sm"/>
          </a:ln>
        </p:spPr>
      </p:cxnSp>
      <p:sp>
        <p:nvSpPr>
          <p:cNvPr id="96" name="Google Shape;96;p17"/>
          <p:cNvSpPr>
            <a:spLocks noGrp="1"/>
          </p:cNvSpPr>
          <p:nvPr>
            <p:ph type="pic" idx="2"/>
          </p:nvPr>
        </p:nvSpPr>
        <p:spPr>
          <a:xfrm>
            <a:off x="1262549" y="645708"/>
            <a:ext cx="3321392" cy="3852817"/>
          </a:xfrm>
          <a:prstGeom prst="rect">
            <a:avLst/>
          </a:prstGeom>
          <a:noFill/>
          <a:ln>
            <a:noFill/>
          </a:ln>
        </p:spPr>
      </p:sp>
      <p:cxnSp>
        <p:nvCxnSpPr>
          <p:cNvPr id="97" name="Google Shape;97;p17"/>
          <p:cNvCxnSpPr/>
          <p:nvPr/>
        </p:nvCxnSpPr>
        <p:spPr>
          <a:xfrm rot="10800000" flipH="1">
            <a:off x="-13378" y="3950208"/>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98" name="Google Shape;98;p17"/>
          <p:cNvSpPr/>
          <p:nvPr/>
        </p:nvSpPr>
        <p:spPr>
          <a:xfrm rot="-1641210">
            <a:off x="-104276" y="2555284"/>
            <a:ext cx="1078799" cy="177435"/>
          </a:xfrm>
          <a:prstGeom prst="parallelogram">
            <a:avLst>
              <a:gd name="adj" fmla="val 53218"/>
            </a:avLst>
          </a:prstGeom>
          <a:solidFill>
            <a:srgbClr val="A5A5A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1637">
          <p15:clr>
            <a:srgbClr val="FBAE40"/>
          </p15:clr>
        </p15:guide>
        <p15:guide id="2" pos="2880">
          <p15:clr>
            <a:srgbClr val="FBAE40"/>
          </p15:clr>
        </p15:guide>
        <p15:guide id="3" pos="107">
          <p15:clr>
            <a:srgbClr val="FBAE40"/>
          </p15:clr>
        </p15:guide>
        <p15:guide id="4" orient="horz" pos="3127">
          <p15:clr>
            <a:srgbClr val="FBAE40"/>
          </p15:clr>
        </p15:guide>
        <p15:guide id="5" pos="5653">
          <p15:clr>
            <a:srgbClr val="FBAE40"/>
          </p15:clr>
        </p15:guide>
        <p15:guide id="6" orient="horz" pos="10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ique">
  <p:cSld name="Graphique">
    <p:spTree>
      <p:nvGrpSpPr>
        <p:cNvPr id="1" name="Shape 99"/>
        <p:cNvGrpSpPr/>
        <p:nvPr/>
      </p:nvGrpSpPr>
      <p:grpSpPr>
        <a:xfrm>
          <a:off x="0" y="0"/>
          <a:ext cx="0" cy="0"/>
          <a:chOff x="0" y="0"/>
          <a:chExt cx="0" cy="0"/>
        </a:xfrm>
      </p:grpSpPr>
      <p:grpSp>
        <p:nvGrpSpPr>
          <p:cNvPr id="100" name="Google Shape;100;p18"/>
          <p:cNvGrpSpPr/>
          <p:nvPr/>
        </p:nvGrpSpPr>
        <p:grpSpPr>
          <a:xfrm flipH="1">
            <a:off x="5670996" y="0"/>
            <a:ext cx="3572983" cy="2655755"/>
            <a:chOff x="-124265" y="-2"/>
            <a:chExt cx="4763978" cy="3367272"/>
          </a:xfrm>
        </p:grpSpPr>
        <p:sp>
          <p:nvSpPr>
            <p:cNvPr id="101" name="Google Shape;101;p18"/>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102" name="Google Shape;102;p18"/>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103" name="Google Shape;103;p18"/>
            <p:cNvSpPr/>
            <p:nvPr/>
          </p:nvSpPr>
          <p:spPr>
            <a:xfrm rot="-2178838">
              <a:off x="-192127" y="1140864"/>
              <a:ext cx="1354398" cy="214994"/>
            </a:xfrm>
            <a:prstGeom prst="parallelogram">
              <a:avLst>
                <a:gd name="adj" fmla="val 72003"/>
              </a:avLst>
            </a:prstGeom>
            <a:solidFill>
              <a:srgbClr val="EE957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104" name="Google Shape;104;p18"/>
          <p:cNvSpPr/>
          <p:nvPr/>
        </p:nvSpPr>
        <p:spPr>
          <a:xfrm flipH="1">
            <a:off x="5009931" y="1"/>
            <a:ext cx="1085850" cy="479298"/>
          </a:xfrm>
          <a:prstGeom prst="parallelogram">
            <a:avLst>
              <a:gd name="adj" fmla="val 135617"/>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05" name="Google Shape;105;p18" title="Sous-titre"/>
          <p:cNvSpPr txBox="1">
            <a:spLocks noGrp="1"/>
          </p:cNvSpPr>
          <p:nvPr>
            <p:ph type="body" idx="1"/>
          </p:nvPr>
        </p:nvSpPr>
        <p:spPr>
          <a:xfrm>
            <a:off x="390370" y="1032699"/>
            <a:ext cx="5526447"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6" name="Google Shape;106;p18"/>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7" name="Google Shape;107;p18"/>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108" name="Google Shape;108;p18"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9" name="Google Shape;109;p18"/>
          <p:cNvSpPr txBox="1">
            <a:spLocks noGrp="1"/>
          </p:cNvSpPr>
          <p:nvPr>
            <p:ph type="body" idx="2"/>
          </p:nvPr>
        </p:nvSpPr>
        <p:spPr>
          <a:xfrm>
            <a:off x="398860" y="1504321"/>
            <a:ext cx="3919323" cy="3062916"/>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8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800"/>
              <a:buFont typeface="Arial"/>
              <a:buNone/>
              <a:defRPr sz="1800" b="0" i="0" u="none" strike="noStrike" cap="none">
                <a:solidFill>
                  <a:schemeClr val="lt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800"/>
              <a:buFont typeface="Arial"/>
              <a:buNone/>
              <a:defRPr sz="1800" b="0" i="0" u="none" strike="noStrike" cap="none">
                <a:solidFill>
                  <a:schemeClr val="lt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800"/>
              <a:buFont typeface="Arial"/>
              <a:buNone/>
              <a:defRPr sz="1800" b="0" i="0" u="none" strike="noStrike" cap="none">
                <a:solidFill>
                  <a:schemeClr val="lt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800"/>
              <a:buFont typeface="Arial"/>
              <a:buNone/>
              <a:defRPr sz="1800" b="0" i="0" u="none" strike="noStrike" cap="none">
                <a:solidFill>
                  <a:schemeClr val="lt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0" name="Google Shape;110;p18" title="Graphique"/>
          <p:cNvSpPr>
            <a:spLocks noGrp="1"/>
          </p:cNvSpPr>
          <p:nvPr>
            <p:ph type="chart" idx="3"/>
          </p:nvPr>
        </p:nvSpPr>
        <p:spPr>
          <a:xfrm>
            <a:off x="4347086" y="1504322"/>
            <a:ext cx="4289548" cy="3063352"/>
          </a:xfrm>
          <a:prstGeom prst="rect">
            <a:avLst/>
          </a:prstGeom>
          <a:noFill/>
          <a:ln>
            <a:noFill/>
          </a:ln>
        </p:spPr>
        <p:txBody>
          <a:bodyPr spcFirstLastPara="1" wrap="square" lIns="68550" tIns="34275" rIns="68550" bIns="34275" anchor="t" anchorCtr="0">
            <a:noAutofit/>
          </a:bodyPr>
          <a:lstStyle>
            <a:lvl1pPr marR="0" lvl="0" algn="ctr" rtl="0">
              <a:lnSpc>
                <a:spcPct val="90000"/>
              </a:lnSpc>
              <a:spcBef>
                <a:spcPts val="8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583">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sposition du texte 02">
  <p:cSld name="Disposition du texte 02">
    <p:spTree>
      <p:nvGrpSpPr>
        <p:cNvPr id="1" name="Shape 111"/>
        <p:cNvGrpSpPr/>
        <p:nvPr/>
      </p:nvGrpSpPr>
      <p:grpSpPr>
        <a:xfrm>
          <a:off x="0" y="0"/>
          <a:ext cx="0" cy="0"/>
          <a:chOff x="0" y="0"/>
          <a:chExt cx="0" cy="0"/>
        </a:xfrm>
      </p:grpSpPr>
      <p:sp>
        <p:nvSpPr>
          <p:cNvPr id="112" name="Google Shape;112;p19"/>
          <p:cNvSpPr/>
          <p:nvPr/>
        </p:nvSpPr>
        <p:spPr>
          <a:xfrm rot="10800000">
            <a:off x="1379765" y="-4"/>
            <a:ext cx="7764236" cy="4229105"/>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13" name="Google Shape;113;p19"/>
          <p:cNvSpPr>
            <a:spLocks noGrp="1"/>
          </p:cNvSpPr>
          <p:nvPr>
            <p:ph type="pic" idx="2"/>
          </p:nvPr>
        </p:nvSpPr>
        <p:spPr>
          <a:xfrm>
            <a:off x="4627633" y="1076325"/>
            <a:ext cx="4516366" cy="4067175"/>
          </a:xfrm>
          <a:prstGeom prst="rect">
            <a:avLst/>
          </a:prstGeom>
          <a:solidFill>
            <a:srgbClr val="D8D8D8"/>
          </a:solidFill>
          <a:ln>
            <a:noFill/>
          </a:ln>
        </p:spPr>
      </p:sp>
      <p:sp>
        <p:nvSpPr>
          <p:cNvPr id="114" name="Google Shape;114;p19" title="Puces"/>
          <p:cNvSpPr txBox="1">
            <a:spLocks noGrp="1"/>
          </p:cNvSpPr>
          <p:nvPr>
            <p:ph type="body" idx="1"/>
          </p:nvPr>
        </p:nvSpPr>
        <p:spPr>
          <a:xfrm>
            <a:off x="398533" y="2397686"/>
            <a:ext cx="3707122" cy="2218706"/>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5" name="Google Shape;115;p19"/>
          <p:cNvSpPr/>
          <p:nvPr/>
        </p:nvSpPr>
        <p:spPr>
          <a:xfrm flipH="1">
            <a:off x="2233613" y="-4"/>
            <a:ext cx="3090863" cy="981079"/>
          </a:xfrm>
          <a:prstGeom prst="parallelogram">
            <a:avLst>
              <a:gd name="adj" fmla="val 186380"/>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16" name="Google Shape;116;p19"/>
          <p:cNvCxnSpPr/>
          <p:nvPr/>
        </p:nvCxnSpPr>
        <p:spPr>
          <a:xfrm rot="10800000" flipH="1">
            <a:off x="7764236" y="889089"/>
            <a:ext cx="1379764" cy="1225461"/>
          </a:xfrm>
          <a:prstGeom prst="straightConnector1">
            <a:avLst/>
          </a:prstGeom>
          <a:noFill/>
          <a:ln w="9525" cap="flat" cmpd="sng">
            <a:solidFill>
              <a:schemeClr val="accent2"/>
            </a:solidFill>
            <a:prstDash val="solid"/>
            <a:miter lim="800000"/>
            <a:headEnd type="none" w="sm" len="sm"/>
            <a:tailEnd type="none" w="sm" len="sm"/>
          </a:ln>
        </p:spPr>
      </p:cxnSp>
      <p:sp>
        <p:nvSpPr>
          <p:cNvPr id="117" name="Google Shape;117;p19" title="Sous-titre"/>
          <p:cNvSpPr txBox="1">
            <a:spLocks noGrp="1"/>
          </p:cNvSpPr>
          <p:nvPr>
            <p:ph type="body" idx="3"/>
          </p:nvPr>
        </p:nvSpPr>
        <p:spPr>
          <a:xfrm>
            <a:off x="398534" y="1922608"/>
            <a:ext cx="5506966"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8" name="Google Shape;118;p19"/>
          <p:cNvSpPr txBox="1"/>
          <p:nvPr/>
        </p:nvSpPr>
        <p:spPr>
          <a:xfrm>
            <a:off x="8305038" y="178308"/>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1"/>
                </a:solidFill>
                <a:latin typeface="Arial Black"/>
                <a:ea typeface="Arial Black"/>
                <a:cs typeface="Arial Black"/>
                <a:sym typeface="Arial Black"/>
              </a:rPr>
              <a:t>FR</a:t>
            </a:r>
            <a:endParaRPr sz="1100"/>
          </a:p>
        </p:txBody>
      </p:sp>
      <p:sp>
        <p:nvSpPr>
          <p:cNvPr id="119" name="Google Shape;119;p19" title="Titre "/>
          <p:cNvSpPr txBox="1">
            <a:spLocks noGrp="1"/>
          </p:cNvSpPr>
          <p:nvPr>
            <p:ph type="title"/>
          </p:nvPr>
        </p:nvSpPr>
        <p:spPr>
          <a:xfrm>
            <a:off x="398533" y="981363"/>
            <a:ext cx="5506967" cy="911674"/>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0" name="Google Shape;120;p19"/>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1" name="Google Shape;121;p19"/>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31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ableau">
  <p:cSld name="Tableau">
    <p:spTree>
      <p:nvGrpSpPr>
        <p:cNvPr id="1" name="Shape 122"/>
        <p:cNvGrpSpPr/>
        <p:nvPr/>
      </p:nvGrpSpPr>
      <p:grpSpPr>
        <a:xfrm>
          <a:off x="0" y="0"/>
          <a:ext cx="0" cy="0"/>
          <a:chOff x="0" y="0"/>
          <a:chExt cx="0" cy="0"/>
        </a:xfrm>
      </p:grpSpPr>
      <p:sp>
        <p:nvSpPr>
          <p:cNvPr id="123" name="Google Shape;123;p20" title="Tableau"/>
          <p:cNvSpPr>
            <a:spLocks noGrp="1"/>
          </p:cNvSpPr>
          <p:nvPr>
            <p:ph type="tbl" idx="2"/>
          </p:nvPr>
        </p:nvSpPr>
        <p:spPr>
          <a:xfrm>
            <a:off x="398533" y="1998602"/>
            <a:ext cx="8245031" cy="2574885"/>
          </a:xfrm>
          <a:prstGeom prst="rect">
            <a:avLst/>
          </a:prstGeom>
          <a:noFill/>
          <a:ln>
            <a:noFill/>
          </a:ln>
        </p:spPr>
        <p:txBody>
          <a:bodyPr spcFirstLastPara="1" wrap="square" lIns="68550" tIns="34275" rIns="68550" bIns="34275" anchor="t" anchorCtr="0">
            <a:noAutofit/>
          </a:bodyPr>
          <a:lstStyle>
            <a:lvl1pPr marR="0" lvl="0" algn="ctr" rtl="0">
              <a:spcBef>
                <a:spcPts val="0"/>
              </a:spcBef>
              <a:spcAft>
                <a:spcPts val="0"/>
              </a:spcAft>
              <a:buClr>
                <a:schemeClr val="dk1"/>
              </a:buClr>
              <a:buSzPts val="1500"/>
              <a:buFont typeface="Calibri"/>
              <a:buNone/>
              <a:defRPr sz="15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grpSp>
        <p:nvGrpSpPr>
          <p:cNvPr id="124" name="Google Shape;124;p20"/>
          <p:cNvGrpSpPr/>
          <p:nvPr/>
        </p:nvGrpSpPr>
        <p:grpSpPr>
          <a:xfrm flipH="1">
            <a:off x="5670996" y="0"/>
            <a:ext cx="3572983" cy="2655755"/>
            <a:chOff x="-124265" y="-2"/>
            <a:chExt cx="4763978" cy="3367272"/>
          </a:xfrm>
        </p:grpSpPr>
        <p:sp>
          <p:nvSpPr>
            <p:cNvPr id="125" name="Google Shape;125;p20"/>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126" name="Google Shape;126;p20"/>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127" name="Google Shape;127;p20"/>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128" name="Google Shape;128;p20"/>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29" name="Google Shape;129;p20" title="Sous-titre"/>
          <p:cNvSpPr txBox="1">
            <a:spLocks noGrp="1"/>
          </p:cNvSpPr>
          <p:nvPr>
            <p:ph type="body" idx="1"/>
          </p:nvPr>
        </p:nvSpPr>
        <p:spPr>
          <a:xfrm>
            <a:off x="390370" y="1032699"/>
            <a:ext cx="5526447"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30" name="Google Shape;130;p20"/>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1" name="Google Shape;131;p20"/>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132" name="Google Shape;132;p20"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58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Grande photo">
  <p:cSld name="Grande photo">
    <p:spTree>
      <p:nvGrpSpPr>
        <p:cNvPr id="1" name="Shape 133"/>
        <p:cNvGrpSpPr/>
        <p:nvPr/>
      </p:nvGrpSpPr>
      <p:grpSpPr>
        <a:xfrm>
          <a:off x="0" y="0"/>
          <a:ext cx="0" cy="0"/>
          <a:chOff x="0" y="0"/>
          <a:chExt cx="0" cy="0"/>
        </a:xfrm>
      </p:grpSpPr>
      <p:sp>
        <p:nvSpPr>
          <p:cNvPr id="134" name="Google Shape;134;p21"/>
          <p:cNvSpPr/>
          <p:nvPr/>
        </p:nvSpPr>
        <p:spPr>
          <a:xfrm rot="10800000" flipH="1">
            <a:off x="0" y="-4"/>
            <a:ext cx="8810625" cy="4724402"/>
          </a:xfrm>
          <a:prstGeom prst="rtTriangle">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35" name="Google Shape;135;p21" title="Image"/>
          <p:cNvSpPr>
            <a:spLocks noGrp="1"/>
          </p:cNvSpPr>
          <p:nvPr>
            <p:ph type="pic" idx="2"/>
          </p:nvPr>
        </p:nvSpPr>
        <p:spPr>
          <a:xfrm>
            <a:off x="269422" y="244928"/>
            <a:ext cx="8605156" cy="4653644"/>
          </a:xfrm>
          <a:prstGeom prst="rect">
            <a:avLst/>
          </a:prstGeom>
          <a:solidFill>
            <a:srgbClr val="D8D8D8"/>
          </a:solidFill>
          <a:ln>
            <a:noFill/>
          </a:ln>
        </p:spPr>
      </p:sp>
      <p:cxnSp>
        <p:nvCxnSpPr>
          <p:cNvPr id="136" name="Google Shape;136;p21"/>
          <p:cNvCxnSpPr/>
          <p:nvPr/>
        </p:nvCxnSpPr>
        <p:spPr>
          <a:xfrm rot="10800000" flipH="1">
            <a:off x="0" y="4008665"/>
            <a:ext cx="1771650" cy="930729"/>
          </a:xfrm>
          <a:prstGeom prst="straightConnector1">
            <a:avLst/>
          </a:prstGeom>
          <a:noFill/>
          <a:ln w="9525" cap="flat" cmpd="sng">
            <a:solidFill>
              <a:srgbClr val="7F7F7F"/>
            </a:solidFill>
            <a:prstDash val="solid"/>
            <a:miter lim="800000"/>
            <a:headEnd type="none" w="sm" len="sm"/>
            <a:tailEnd type="none" w="sm" len="sm"/>
          </a:ln>
        </p:spPr>
      </p:cxnSp>
      <p:sp>
        <p:nvSpPr>
          <p:cNvPr id="137" name="Google Shape;137;p21" title="Titre "/>
          <p:cNvSpPr txBox="1">
            <a:spLocks noGrp="1"/>
          </p:cNvSpPr>
          <p:nvPr>
            <p:ph type="title"/>
          </p:nvPr>
        </p:nvSpPr>
        <p:spPr>
          <a:xfrm>
            <a:off x="269422" y="419101"/>
            <a:ext cx="6249917" cy="704849"/>
          </a:xfrm>
          <a:prstGeom prst="rect">
            <a:avLst/>
          </a:prstGeom>
          <a:solidFill>
            <a:schemeClr val="lt1">
              <a:alpha val="89803"/>
            </a:schemeClr>
          </a:solidFill>
          <a:ln>
            <a:noFill/>
          </a:ln>
        </p:spPr>
        <p:txBody>
          <a:bodyPr spcFirstLastPara="1" wrap="square" lIns="216000" tIns="34275" rIns="68575" bIns="0" anchor="ctr" anchorCtr="0">
            <a:normAutofit/>
          </a:bodyPr>
          <a:lstStyle>
            <a:lvl1pPr lvl="0" algn="l">
              <a:lnSpc>
                <a:spcPct val="90000"/>
              </a:lnSpc>
              <a:spcBef>
                <a:spcPts val="0"/>
              </a:spcBef>
              <a:spcAft>
                <a:spcPts val="0"/>
              </a:spcAft>
              <a:buClr>
                <a:schemeClr val="dk1"/>
              </a:buClr>
              <a:buSzPts val="2700"/>
              <a:buFont typeface="Calibri"/>
              <a:buNone/>
              <a:defRPr sz="2700" b="1">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erci">
  <p:cSld name="Merci">
    <p:spTree>
      <p:nvGrpSpPr>
        <p:cNvPr id="1" name="Shape 138"/>
        <p:cNvGrpSpPr/>
        <p:nvPr/>
      </p:nvGrpSpPr>
      <p:grpSpPr>
        <a:xfrm>
          <a:off x="0" y="0"/>
          <a:ext cx="0" cy="0"/>
          <a:chOff x="0" y="0"/>
          <a:chExt cx="0" cy="0"/>
        </a:xfrm>
      </p:grpSpPr>
      <p:sp>
        <p:nvSpPr>
          <p:cNvPr id="139" name="Google Shape;139;p22"/>
          <p:cNvSpPr txBox="1">
            <a:spLocks noGrp="1"/>
          </p:cNvSpPr>
          <p:nvPr>
            <p:ph type="body" idx="1"/>
          </p:nvPr>
        </p:nvSpPr>
        <p:spPr>
          <a:xfrm>
            <a:off x="5117197" y="2595872"/>
            <a:ext cx="2584336" cy="2160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0" name="Google Shape;140;p22"/>
          <p:cNvSpPr txBox="1">
            <a:spLocks noGrp="1"/>
          </p:cNvSpPr>
          <p:nvPr>
            <p:ph type="body" idx="2"/>
          </p:nvPr>
        </p:nvSpPr>
        <p:spPr>
          <a:xfrm>
            <a:off x="5117197" y="2879588"/>
            <a:ext cx="2584336" cy="2160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1" name="Google Shape;141;p22"/>
          <p:cNvSpPr txBox="1">
            <a:spLocks noGrp="1"/>
          </p:cNvSpPr>
          <p:nvPr>
            <p:ph type="body" idx="3"/>
          </p:nvPr>
        </p:nvSpPr>
        <p:spPr>
          <a:xfrm>
            <a:off x="5117196" y="3162502"/>
            <a:ext cx="2584337" cy="216803"/>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2" name="Google Shape;142;p22"/>
          <p:cNvSpPr txBox="1">
            <a:spLocks noGrp="1"/>
          </p:cNvSpPr>
          <p:nvPr>
            <p:ph type="body" idx="4"/>
          </p:nvPr>
        </p:nvSpPr>
        <p:spPr>
          <a:xfrm>
            <a:off x="5117197" y="3446218"/>
            <a:ext cx="2584336" cy="2160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3" name="Google Shape;143;p22"/>
          <p:cNvSpPr/>
          <p:nvPr/>
        </p:nvSpPr>
        <p:spPr>
          <a:xfrm>
            <a:off x="4844204" y="2628935"/>
            <a:ext cx="194156" cy="194156"/>
          </a:xfrm>
          <a:custGeom>
            <a:avLst/>
            <a:gdLst/>
            <a:ahLst/>
            <a:cxnLst/>
            <a:rect l="l" t="t" r="r" b="b"/>
            <a:pathLst>
              <a:path w="21600" h="21600" extrusionOk="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solidFill>
            <a:schemeClr val="accent2"/>
          </a:solidFill>
          <a:ln>
            <a:noFill/>
          </a:ln>
        </p:spPr>
        <p:txBody>
          <a:bodyPr spcFirstLastPara="1" wrap="square" lIns="28575" tIns="28575" rIns="28575" bIns="285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4" name="Google Shape;144;p22"/>
          <p:cNvSpPr/>
          <p:nvPr/>
        </p:nvSpPr>
        <p:spPr>
          <a:xfrm>
            <a:off x="4880717" y="2923490"/>
            <a:ext cx="121130" cy="222071"/>
          </a:xfrm>
          <a:custGeom>
            <a:avLst/>
            <a:gdLst/>
            <a:ahLst/>
            <a:cxnLst/>
            <a:rect l="l" t="t" r="r" b="b"/>
            <a:pathLst>
              <a:path w="21600" h="21600" extrusionOk="0">
                <a:moveTo>
                  <a:pt x="11700" y="1473"/>
                </a:moveTo>
                <a:lnTo>
                  <a:pt x="9900" y="1473"/>
                </a:lnTo>
                <a:cubicBezTo>
                  <a:pt x="9403" y="1473"/>
                  <a:pt x="9000" y="1692"/>
                  <a:pt x="9000" y="1964"/>
                </a:cubicBezTo>
                <a:cubicBezTo>
                  <a:pt x="9000" y="2235"/>
                  <a:pt x="9403" y="2455"/>
                  <a:pt x="9900" y="2455"/>
                </a:cubicBezTo>
                <a:lnTo>
                  <a:pt x="11700" y="2455"/>
                </a:lnTo>
                <a:cubicBezTo>
                  <a:pt x="12197" y="2455"/>
                  <a:pt x="12600" y="2235"/>
                  <a:pt x="12600" y="1964"/>
                </a:cubicBezTo>
                <a:cubicBezTo>
                  <a:pt x="12600" y="1692"/>
                  <a:pt x="12197" y="1473"/>
                  <a:pt x="11700" y="1473"/>
                </a:cubicBezTo>
                <a:moveTo>
                  <a:pt x="19800" y="2945"/>
                </a:moveTo>
                <a:lnTo>
                  <a:pt x="1800" y="2945"/>
                </a:lnTo>
                <a:lnTo>
                  <a:pt x="1800" y="1964"/>
                </a:lnTo>
                <a:cubicBezTo>
                  <a:pt x="1800" y="1422"/>
                  <a:pt x="2605" y="982"/>
                  <a:pt x="3600" y="982"/>
                </a:cubicBezTo>
                <a:lnTo>
                  <a:pt x="18000" y="982"/>
                </a:lnTo>
                <a:cubicBezTo>
                  <a:pt x="18993" y="982"/>
                  <a:pt x="19800" y="1422"/>
                  <a:pt x="19800" y="1964"/>
                </a:cubicBezTo>
                <a:cubicBezTo>
                  <a:pt x="19800" y="1964"/>
                  <a:pt x="19800" y="2945"/>
                  <a:pt x="19800" y="2945"/>
                </a:cubicBezTo>
                <a:close/>
                <a:moveTo>
                  <a:pt x="19800" y="17673"/>
                </a:moveTo>
                <a:lnTo>
                  <a:pt x="1800" y="17673"/>
                </a:lnTo>
                <a:lnTo>
                  <a:pt x="1800" y="3927"/>
                </a:lnTo>
                <a:lnTo>
                  <a:pt x="19800" y="3927"/>
                </a:lnTo>
                <a:cubicBezTo>
                  <a:pt x="19800" y="3927"/>
                  <a:pt x="19800" y="17673"/>
                  <a:pt x="19800" y="17673"/>
                </a:cubicBezTo>
                <a:close/>
                <a:moveTo>
                  <a:pt x="19800" y="19636"/>
                </a:moveTo>
                <a:cubicBezTo>
                  <a:pt x="19800" y="20179"/>
                  <a:pt x="18993" y="20618"/>
                  <a:pt x="18000" y="20618"/>
                </a:cubicBezTo>
                <a:lnTo>
                  <a:pt x="3600" y="20618"/>
                </a:lnTo>
                <a:cubicBezTo>
                  <a:pt x="2605" y="20618"/>
                  <a:pt x="1800" y="20179"/>
                  <a:pt x="1800" y="19636"/>
                </a:cubicBezTo>
                <a:lnTo>
                  <a:pt x="1800" y="18655"/>
                </a:lnTo>
                <a:lnTo>
                  <a:pt x="19800" y="18655"/>
                </a:lnTo>
                <a:cubicBezTo>
                  <a:pt x="19800" y="18655"/>
                  <a:pt x="19800" y="19636"/>
                  <a:pt x="19800" y="19636"/>
                </a:cubicBezTo>
                <a:close/>
                <a:moveTo>
                  <a:pt x="18000" y="0"/>
                </a:moveTo>
                <a:lnTo>
                  <a:pt x="3600" y="0"/>
                </a:lnTo>
                <a:cubicBezTo>
                  <a:pt x="1612" y="0"/>
                  <a:pt x="0" y="879"/>
                  <a:pt x="0" y="1964"/>
                </a:cubicBezTo>
                <a:lnTo>
                  <a:pt x="0" y="19636"/>
                </a:lnTo>
                <a:cubicBezTo>
                  <a:pt x="0" y="20721"/>
                  <a:pt x="1612" y="21600"/>
                  <a:pt x="3600" y="21600"/>
                </a:cubicBezTo>
                <a:lnTo>
                  <a:pt x="18000" y="21600"/>
                </a:lnTo>
                <a:cubicBezTo>
                  <a:pt x="19988" y="21600"/>
                  <a:pt x="21600" y="20721"/>
                  <a:pt x="21600" y="19636"/>
                </a:cubicBezTo>
                <a:lnTo>
                  <a:pt x="21600" y="1964"/>
                </a:lnTo>
                <a:cubicBezTo>
                  <a:pt x="21600" y="879"/>
                  <a:pt x="19988" y="0"/>
                  <a:pt x="18000" y="0"/>
                </a:cubicBezTo>
                <a:moveTo>
                  <a:pt x="10800" y="20127"/>
                </a:moveTo>
                <a:cubicBezTo>
                  <a:pt x="11297" y="20127"/>
                  <a:pt x="11700" y="19908"/>
                  <a:pt x="11700" y="19636"/>
                </a:cubicBezTo>
                <a:cubicBezTo>
                  <a:pt x="11700" y="19366"/>
                  <a:pt x="11297" y="19145"/>
                  <a:pt x="10800" y="19145"/>
                </a:cubicBezTo>
                <a:cubicBezTo>
                  <a:pt x="10303" y="19145"/>
                  <a:pt x="9900" y="19366"/>
                  <a:pt x="9900" y="19636"/>
                </a:cubicBezTo>
                <a:cubicBezTo>
                  <a:pt x="9900" y="19908"/>
                  <a:pt x="10303" y="20127"/>
                  <a:pt x="10800" y="20127"/>
                </a:cubicBezTo>
              </a:path>
            </a:pathLst>
          </a:custGeom>
          <a:solidFill>
            <a:schemeClr val="accent2"/>
          </a:solidFill>
          <a:ln>
            <a:noFill/>
          </a:ln>
        </p:spPr>
        <p:txBody>
          <a:bodyPr spcFirstLastPara="1" wrap="square" lIns="28575" tIns="28575" rIns="28575" bIns="285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5" name="Google Shape;145;p22"/>
          <p:cNvSpPr/>
          <p:nvPr/>
        </p:nvSpPr>
        <p:spPr>
          <a:xfrm>
            <a:off x="4844204" y="3245959"/>
            <a:ext cx="194156" cy="141205"/>
          </a:xfrm>
          <a:custGeom>
            <a:avLst/>
            <a:gdLst/>
            <a:ahLst/>
            <a:cxnLst/>
            <a:rect l="l" t="t"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accent2"/>
          </a:solidFill>
          <a:ln>
            <a:noFill/>
          </a:ln>
        </p:spPr>
        <p:txBody>
          <a:bodyPr spcFirstLastPara="1" wrap="square" lIns="28575" tIns="28575" rIns="28575" bIns="285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6" name="Google Shape;146;p22"/>
          <p:cNvSpPr/>
          <p:nvPr/>
        </p:nvSpPr>
        <p:spPr>
          <a:xfrm>
            <a:off x="4853787" y="3487561"/>
            <a:ext cx="174989" cy="174989"/>
          </a:xfrm>
          <a:custGeom>
            <a:avLst/>
            <a:gdLst/>
            <a:ahLst/>
            <a:cxnLst/>
            <a:rect l="l" t="t" r="r" b="b"/>
            <a:pathLst>
              <a:path w="21600" h="21600" extrusionOk="0">
                <a:moveTo>
                  <a:pt x="17850" y="17620"/>
                </a:moveTo>
                <a:cubicBezTo>
                  <a:pt x="17270" y="17122"/>
                  <a:pt x="16604" y="16682"/>
                  <a:pt x="15855" y="16324"/>
                </a:cubicBezTo>
                <a:cubicBezTo>
                  <a:pt x="15868" y="16284"/>
                  <a:pt x="15882" y="16244"/>
                  <a:pt x="15896" y="16203"/>
                </a:cubicBezTo>
                <a:cubicBezTo>
                  <a:pt x="16131" y="15456"/>
                  <a:pt x="16320" y="14656"/>
                  <a:pt x="16454" y="13811"/>
                </a:cubicBezTo>
                <a:cubicBezTo>
                  <a:pt x="16471" y="13704"/>
                  <a:pt x="16484" y="13596"/>
                  <a:pt x="16499" y="13488"/>
                </a:cubicBezTo>
                <a:cubicBezTo>
                  <a:pt x="16544" y="13166"/>
                  <a:pt x="16581" y="12839"/>
                  <a:pt x="16610" y="12507"/>
                </a:cubicBezTo>
                <a:cubicBezTo>
                  <a:pt x="16621" y="12383"/>
                  <a:pt x="16632" y="12260"/>
                  <a:pt x="16641" y="12135"/>
                </a:cubicBezTo>
                <a:cubicBezTo>
                  <a:pt x="16660" y="11858"/>
                  <a:pt x="16664" y="11574"/>
                  <a:pt x="16673" y="11291"/>
                </a:cubicBezTo>
                <a:lnTo>
                  <a:pt x="20598" y="11291"/>
                </a:lnTo>
                <a:cubicBezTo>
                  <a:pt x="20476" y="13747"/>
                  <a:pt x="19450" y="15962"/>
                  <a:pt x="17850" y="17620"/>
                </a:cubicBezTo>
                <a:moveTo>
                  <a:pt x="13714" y="20178"/>
                </a:moveTo>
                <a:cubicBezTo>
                  <a:pt x="13925" y="19957"/>
                  <a:pt x="14127" y="19710"/>
                  <a:pt x="14321" y="19444"/>
                </a:cubicBezTo>
                <a:cubicBezTo>
                  <a:pt x="14339" y="19419"/>
                  <a:pt x="14357" y="19394"/>
                  <a:pt x="14375" y="19369"/>
                </a:cubicBezTo>
                <a:cubicBezTo>
                  <a:pt x="14764" y="18822"/>
                  <a:pt x="15116" y="18192"/>
                  <a:pt x="15420" y="17488"/>
                </a:cubicBezTo>
                <a:cubicBezTo>
                  <a:pt x="15436" y="17450"/>
                  <a:pt x="15451" y="17410"/>
                  <a:pt x="15467" y="17372"/>
                </a:cubicBezTo>
                <a:cubicBezTo>
                  <a:pt x="15485" y="17329"/>
                  <a:pt x="15499" y="17282"/>
                  <a:pt x="15517" y="17239"/>
                </a:cubicBezTo>
                <a:cubicBezTo>
                  <a:pt x="16123" y="17535"/>
                  <a:pt x="16665" y="17890"/>
                  <a:pt x="17142" y="18285"/>
                </a:cubicBezTo>
                <a:cubicBezTo>
                  <a:pt x="16149" y="19129"/>
                  <a:pt x="14989" y="19782"/>
                  <a:pt x="13714" y="20178"/>
                </a:cubicBezTo>
                <a:moveTo>
                  <a:pt x="11291" y="20569"/>
                </a:moveTo>
                <a:lnTo>
                  <a:pt x="11291" y="16221"/>
                </a:lnTo>
                <a:cubicBezTo>
                  <a:pt x="12498" y="16271"/>
                  <a:pt x="13638" y="16493"/>
                  <a:pt x="14652" y="16869"/>
                </a:cubicBezTo>
                <a:cubicBezTo>
                  <a:pt x="13850" y="18909"/>
                  <a:pt x="12654" y="20298"/>
                  <a:pt x="11291" y="20569"/>
                </a:cubicBezTo>
                <a:moveTo>
                  <a:pt x="11291" y="11291"/>
                </a:moveTo>
                <a:lnTo>
                  <a:pt x="15697" y="11291"/>
                </a:lnTo>
                <a:cubicBezTo>
                  <a:pt x="15655" y="12995"/>
                  <a:pt x="15392" y="14581"/>
                  <a:pt x="14971" y="15948"/>
                </a:cubicBezTo>
                <a:cubicBezTo>
                  <a:pt x="13855" y="15534"/>
                  <a:pt x="12608" y="15291"/>
                  <a:pt x="11291" y="15240"/>
                </a:cubicBezTo>
                <a:cubicBezTo>
                  <a:pt x="11291" y="15240"/>
                  <a:pt x="11291" y="11291"/>
                  <a:pt x="11291" y="11291"/>
                </a:cubicBezTo>
                <a:close/>
                <a:moveTo>
                  <a:pt x="11291" y="6360"/>
                </a:moveTo>
                <a:cubicBezTo>
                  <a:pt x="12608" y="6309"/>
                  <a:pt x="13855" y="6066"/>
                  <a:pt x="14971" y="5652"/>
                </a:cubicBezTo>
                <a:cubicBezTo>
                  <a:pt x="15392" y="7019"/>
                  <a:pt x="15655" y="8605"/>
                  <a:pt x="15697" y="10309"/>
                </a:cubicBezTo>
                <a:lnTo>
                  <a:pt x="11291" y="10309"/>
                </a:lnTo>
                <a:cubicBezTo>
                  <a:pt x="11291" y="10309"/>
                  <a:pt x="11291" y="6360"/>
                  <a:pt x="11291" y="6360"/>
                </a:cubicBezTo>
                <a:close/>
                <a:moveTo>
                  <a:pt x="11291" y="1031"/>
                </a:moveTo>
                <a:cubicBezTo>
                  <a:pt x="12654" y="1302"/>
                  <a:pt x="13850" y="2691"/>
                  <a:pt x="14652" y="4731"/>
                </a:cubicBezTo>
                <a:cubicBezTo>
                  <a:pt x="13638" y="5107"/>
                  <a:pt x="12498" y="5329"/>
                  <a:pt x="11291" y="5379"/>
                </a:cubicBezTo>
                <a:cubicBezTo>
                  <a:pt x="11291" y="5379"/>
                  <a:pt x="11291" y="1031"/>
                  <a:pt x="11291" y="1031"/>
                </a:cubicBezTo>
                <a:close/>
                <a:moveTo>
                  <a:pt x="17142" y="3315"/>
                </a:moveTo>
                <a:cubicBezTo>
                  <a:pt x="16665" y="3711"/>
                  <a:pt x="16123" y="4065"/>
                  <a:pt x="15517" y="4361"/>
                </a:cubicBezTo>
                <a:cubicBezTo>
                  <a:pt x="15499" y="4318"/>
                  <a:pt x="15485" y="4271"/>
                  <a:pt x="15467" y="4229"/>
                </a:cubicBezTo>
                <a:cubicBezTo>
                  <a:pt x="15451" y="4190"/>
                  <a:pt x="15436" y="4151"/>
                  <a:pt x="15420" y="4112"/>
                </a:cubicBezTo>
                <a:cubicBezTo>
                  <a:pt x="15116" y="3408"/>
                  <a:pt x="14764" y="2778"/>
                  <a:pt x="14375" y="2231"/>
                </a:cubicBezTo>
                <a:cubicBezTo>
                  <a:pt x="14357" y="2206"/>
                  <a:pt x="14339" y="2181"/>
                  <a:pt x="14321" y="2156"/>
                </a:cubicBezTo>
                <a:cubicBezTo>
                  <a:pt x="14127" y="1890"/>
                  <a:pt x="13925" y="1643"/>
                  <a:pt x="13714" y="1422"/>
                </a:cubicBezTo>
                <a:cubicBezTo>
                  <a:pt x="14989" y="1818"/>
                  <a:pt x="16149" y="2471"/>
                  <a:pt x="17142" y="3315"/>
                </a:cubicBezTo>
                <a:moveTo>
                  <a:pt x="20598" y="10309"/>
                </a:moveTo>
                <a:lnTo>
                  <a:pt x="16673" y="10309"/>
                </a:lnTo>
                <a:cubicBezTo>
                  <a:pt x="16664" y="10027"/>
                  <a:pt x="16660" y="9742"/>
                  <a:pt x="16641" y="9465"/>
                </a:cubicBezTo>
                <a:cubicBezTo>
                  <a:pt x="16632" y="9340"/>
                  <a:pt x="16621" y="9217"/>
                  <a:pt x="16610" y="9093"/>
                </a:cubicBezTo>
                <a:cubicBezTo>
                  <a:pt x="16581" y="8761"/>
                  <a:pt x="16544" y="8434"/>
                  <a:pt x="16499" y="8112"/>
                </a:cubicBezTo>
                <a:cubicBezTo>
                  <a:pt x="16484" y="8005"/>
                  <a:pt x="16471" y="7896"/>
                  <a:pt x="16454" y="7789"/>
                </a:cubicBezTo>
                <a:cubicBezTo>
                  <a:pt x="16320" y="6944"/>
                  <a:pt x="16131" y="6144"/>
                  <a:pt x="15896" y="5397"/>
                </a:cubicBezTo>
                <a:cubicBezTo>
                  <a:pt x="15882" y="5357"/>
                  <a:pt x="15868" y="5317"/>
                  <a:pt x="15855" y="5276"/>
                </a:cubicBezTo>
                <a:cubicBezTo>
                  <a:pt x="16604" y="4918"/>
                  <a:pt x="17270" y="4478"/>
                  <a:pt x="17850" y="3981"/>
                </a:cubicBezTo>
                <a:cubicBezTo>
                  <a:pt x="19450" y="5638"/>
                  <a:pt x="20476" y="7853"/>
                  <a:pt x="20598" y="10309"/>
                </a:cubicBezTo>
                <a:moveTo>
                  <a:pt x="10309" y="5379"/>
                </a:moveTo>
                <a:cubicBezTo>
                  <a:pt x="9101" y="5329"/>
                  <a:pt x="7961" y="5107"/>
                  <a:pt x="6947" y="4731"/>
                </a:cubicBezTo>
                <a:cubicBezTo>
                  <a:pt x="7749" y="2691"/>
                  <a:pt x="8945" y="1302"/>
                  <a:pt x="10309" y="1031"/>
                </a:cubicBezTo>
                <a:cubicBezTo>
                  <a:pt x="10309" y="1031"/>
                  <a:pt x="10309" y="5379"/>
                  <a:pt x="10309" y="5379"/>
                </a:cubicBezTo>
                <a:close/>
                <a:moveTo>
                  <a:pt x="10309" y="10309"/>
                </a:moveTo>
                <a:lnTo>
                  <a:pt x="5903" y="10309"/>
                </a:lnTo>
                <a:cubicBezTo>
                  <a:pt x="5945" y="8605"/>
                  <a:pt x="6207" y="7019"/>
                  <a:pt x="6629" y="5652"/>
                </a:cubicBezTo>
                <a:cubicBezTo>
                  <a:pt x="7745" y="6066"/>
                  <a:pt x="8991" y="6309"/>
                  <a:pt x="10309" y="6360"/>
                </a:cubicBezTo>
                <a:cubicBezTo>
                  <a:pt x="10309" y="6360"/>
                  <a:pt x="10309" y="10309"/>
                  <a:pt x="10309" y="10309"/>
                </a:cubicBezTo>
                <a:close/>
                <a:moveTo>
                  <a:pt x="10309" y="15240"/>
                </a:moveTo>
                <a:cubicBezTo>
                  <a:pt x="8991" y="15291"/>
                  <a:pt x="7745" y="15534"/>
                  <a:pt x="6629" y="15948"/>
                </a:cubicBezTo>
                <a:cubicBezTo>
                  <a:pt x="6207" y="14581"/>
                  <a:pt x="5945" y="12995"/>
                  <a:pt x="5903" y="11291"/>
                </a:cubicBezTo>
                <a:lnTo>
                  <a:pt x="10309" y="11291"/>
                </a:lnTo>
                <a:cubicBezTo>
                  <a:pt x="10309" y="11291"/>
                  <a:pt x="10309" y="15240"/>
                  <a:pt x="10309" y="15240"/>
                </a:cubicBezTo>
                <a:close/>
                <a:moveTo>
                  <a:pt x="10309" y="20569"/>
                </a:moveTo>
                <a:cubicBezTo>
                  <a:pt x="8945" y="20298"/>
                  <a:pt x="7749" y="18909"/>
                  <a:pt x="6947" y="16869"/>
                </a:cubicBezTo>
                <a:cubicBezTo>
                  <a:pt x="7961" y="16493"/>
                  <a:pt x="9101" y="16271"/>
                  <a:pt x="10309" y="16221"/>
                </a:cubicBezTo>
                <a:cubicBezTo>
                  <a:pt x="10309" y="16221"/>
                  <a:pt x="10309" y="20569"/>
                  <a:pt x="10309" y="20569"/>
                </a:cubicBezTo>
                <a:close/>
                <a:moveTo>
                  <a:pt x="4458" y="18285"/>
                </a:moveTo>
                <a:cubicBezTo>
                  <a:pt x="4934" y="17890"/>
                  <a:pt x="5476" y="17535"/>
                  <a:pt x="6083" y="17239"/>
                </a:cubicBezTo>
                <a:cubicBezTo>
                  <a:pt x="6100" y="17282"/>
                  <a:pt x="6115" y="17329"/>
                  <a:pt x="6132" y="17372"/>
                </a:cubicBezTo>
                <a:cubicBezTo>
                  <a:pt x="6149" y="17410"/>
                  <a:pt x="6163" y="17450"/>
                  <a:pt x="6180" y="17488"/>
                </a:cubicBezTo>
                <a:cubicBezTo>
                  <a:pt x="6484" y="18192"/>
                  <a:pt x="6835" y="18822"/>
                  <a:pt x="7224" y="19369"/>
                </a:cubicBezTo>
                <a:cubicBezTo>
                  <a:pt x="7242" y="19394"/>
                  <a:pt x="7261" y="19419"/>
                  <a:pt x="7279" y="19444"/>
                </a:cubicBezTo>
                <a:cubicBezTo>
                  <a:pt x="7472" y="19710"/>
                  <a:pt x="7674" y="19957"/>
                  <a:pt x="7886" y="20178"/>
                </a:cubicBezTo>
                <a:cubicBezTo>
                  <a:pt x="6610" y="19782"/>
                  <a:pt x="5451" y="19129"/>
                  <a:pt x="4458" y="18285"/>
                </a:cubicBezTo>
                <a:moveTo>
                  <a:pt x="1002" y="11291"/>
                </a:moveTo>
                <a:lnTo>
                  <a:pt x="4927" y="11291"/>
                </a:lnTo>
                <a:cubicBezTo>
                  <a:pt x="4935" y="11574"/>
                  <a:pt x="4940" y="11858"/>
                  <a:pt x="4958" y="12135"/>
                </a:cubicBezTo>
                <a:cubicBezTo>
                  <a:pt x="4967" y="12260"/>
                  <a:pt x="4979" y="12383"/>
                  <a:pt x="4989" y="12507"/>
                </a:cubicBezTo>
                <a:cubicBezTo>
                  <a:pt x="5018" y="12839"/>
                  <a:pt x="5055" y="13166"/>
                  <a:pt x="5100" y="13488"/>
                </a:cubicBezTo>
                <a:cubicBezTo>
                  <a:pt x="5116" y="13596"/>
                  <a:pt x="5129" y="13704"/>
                  <a:pt x="5146" y="13811"/>
                </a:cubicBezTo>
                <a:cubicBezTo>
                  <a:pt x="5280" y="14656"/>
                  <a:pt x="5468" y="15456"/>
                  <a:pt x="5704" y="16203"/>
                </a:cubicBezTo>
                <a:cubicBezTo>
                  <a:pt x="5718" y="16244"/>
                  <a:pt x="5731" y="16284"/>
                  <a:pt x="5744" y="16324"/>
                </a:cubicBezTo>
                <a:cubicBezTo>
                  <a:pt x="4996" y="16682"/>
                  <a:pt x="4330" y="17122"/>
                  <a:pt x="3749" y="17620"/>
                </a:cubicBezTo>
                <a:cubicBezTo>
                  <a:pt x="2150" y="15962"/>
                  <a:pt x="1123" y="13747"/>
                  <a:pt x="1002" y="11291"/>
                </a:cubicBezTo>
                <a:moveTo>
                  <a:pt x="3749" y="3981"/>
                </a:moveTo>
                <a:cubicBezTo>
                  <a:pt x="4330" y="4478"/>
                  <a:pt x="4996" y="4918"/>
                  <a:pt x="5744" y="5276"/>
                </a:cubicBezTo>
                <a:cubicBezTo>
                  <a:pt x="5731" y="5317"/>
                  <a:pt x="5718" y="5357"/>
                  <a:pt x="5704" y="5397"/>
                </a:cubicBezTo>
                <a:cubicBezTo>
                  <a:pt x="5469" y="6144"/>
                  <a:pt x="5280" y="6944"/>
                  <a:pt x="5146" y="7789"/>
                </a:cubicBezTo>
                <a:cubicBezTo>
                  <a:pt x="5129" y="7896"/>
                  <a:pt x="5116" y="8005"/>
                  <a:pt x="5100" y="8112"/>
                </a:cubicBezTo>
                <a:cubicBezTo>
                  <a:pt x="5055" y="8434"/>
                  <a:pt x="5018" y="8761"/>
                  <a:pt x="4989" y="9093"/>
                </a:cubicBezTo>
                <a:cubicBezTo>
                  <a:pt x="4979" y="9217"/>
                  <a:pt x="4967" y="9340"/>
                  <a:pt x="4958" y="9465"/>
                </a:cubicBezTo>
                <a:cubicBezTo>
                  <a:pt x="4940" y="9742"/>
                  <a:pt x="4935" y="10027"/>
                  <a:pt x="4927" y="10309"/>
                </a:cubicBezTo>
                <a:lnTo>
                  <a:pt x="1002" y="10309"/>
                </a:lnTo>
                <a:cubicBezTo>
                  <a:pt x="1123" y="7853"/>
                  <a:pt x="2150" y="5638"/>
                  <a:pt x="3749" y="3981"/>
                </a:cubicBezTo>
                <a:moveTo>
                  <a:pt x="7886" y="1422"/>
                </a:moveTo>
                <a:cubicBezTo>
                  <a:pt x="7674" y="1643"/>
                  <a:pt x="7472" y="1890"/>
                  <a:pt x="7279" y="2156"/>
                </a:cubicBezTo>
                <a:cubicBezTo>
                  <a:pt x="7261" y="2181"/>
                  <a:pt x="7242" y="2206"/>
                  <a:pt x="7224" y="2231"/>
                </a:cubicBezTo>
                <a:cubicBezTo>
                  <a:pt x="6835" y="2778"/>
                  <a:pt x="6484" y="3408"/>
                  <a:pt x="6180" y="4112"/>
                </a:cubicBezTo>
                <a:cubicBezTo>
                  <a:pt x="6163" y="4151"/>
                  <a:pt x="6149" y="4190"/>
                  <a:pt x="6132" y="4229"/>
                </a:cubicBezTo>
                <a:cubicBezTo>
                  <a:pt x="6115" y="4271"/>
                  <a:pt x="6100" y="4318"/>
                  <a:pt x="6083" y="4361"/>
                </a:cubicBezTo>
                <a:cubicBezTo>
                  <a:pt x="5476" y="4065"/>
                  <a:pt x="4934" y="3711"/>
                  <a:pt x="4458" y="3315"/>
                </a:cubicBezTo>
                <a:cubicBezTo>
                  <a:pt x="5451" y="2471"/>
                  <a:pt x="6610" y="1818"/>
                  <a:pt x="7886" y="1422"/>
                </a:cubicBezTo>
                <a:moveTo>
                  <a:pt x="10800" y="0"/>
                </a:moveTo>
                <a:cubicBezTo>
                  <a:pt x="4835" y="0"/>
                  <a:pt x="0" y="4835"/>
                  <a:pt x="0" y="10800"/>
                </a:cubicBezTo>
                <a:cubicBezTo>
                  <a:pt x="0" y="16765"/>
                  <a:pt x="4835" y="21600"/>
                  <a:pt x="10800" y="21600"/>
                </a:cubicBezTo>
                <a:cubicBezTo>
                  <a:pt x="16764" y="21600"/>
                  <a:pt x="21600" y="16765"/>
                  <a:pt x="21600" y="10800"/>
                </a:cubicBezTo>
                <a:cubicBezTo>
                  <a:pt x="21600" y="4835"/>
                  <a:pt x="16764" y="0"/>
                  <a:pt x="10800" y="0"/>
                </a:cubicBezTo>
              </a:path>
            </a:pathLst>
          </a:custGeom>
          <a:solidFill>
            <a:schemeClr val="accent2"/>
          </a:solidFill>
          <a:ln>
            <a:noFill/>
          </a:ln>
        </p:spPr>
        <p:txBody>
          <a:bodyPr spcFirstLastPara="1" wrap="square" lIns="28575" tIns="28575" rIns="28575" bIns="285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7" name="Google Shape;147;p22"/>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48" name="Google Shape;148;p22"/>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cxnSp>
        <p:nvCxnSpPr>
          <p:cNvPr id="149" name="Google Shape;149;p22"/>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cxnSp>
        <p:nvCxnSpPr>
          <p:cNvPr id="150" name="Google Shape;150;p22"/>
          <p:cNvCxnSpPr/>
          <p:nvPr/>
        </p:nvCxnSpPr>
        <p:spPr>
          <a:xfrm rot="10800000" flipH="1">
            <a:off x="-13378" y="3525012"/>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151" name="Google Shape;151;p22"/>
          <p:cNvSpPr>
            <a:spLocks noGrp="1"/>
          </p:cNvSpPr>
          <p:nvPr>
            <p:ph type="pic" idx="5"/>
          </p:nvPr>
        </p:nvSpPr>
        <p:spPr>
          <a:xfrm>
            <a:off x="1262549" y="645708"/>
            <a:ext cx="3321392" cy="3852817"/>
          </a:xfrm>
          <a:prstGeom prst="rect">
            <a:avLst/>
          </a:prstGeom>
          <a:noFill/>
          <a:ln>
            <a:noFill/>
          </a:ln>
        </p:spPr>
      </p:sp>
      <p:sp>
        <p:nvSpPr>
          <p:cNvPr id="152" name="Google Shape;152;p22" title="Titre"/>
          <p:cNvSpPr txBox="1">
            <a:spLocks noGrp="1"/>
          </p:cNvSpPr>
          <p:nvPr>
            <p:ph type="ctrTitle"/>
          </p:nvPr>
        </p:nvSpPr>
        <p:spPr>
          <a:xfrm>
            <a:off x="4781791" y="1365767"/>
            <a:ext cx="3640180" cy="1212189"/>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200"/>
              <a:buFont typeface="Calibri"/>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153"/>
        <p:cNvGrpSpPr/>
        <p:nvPr/>
      </p:nvGrpSpPr>
      <p:grpSpPr>
        <a:xfrm>
          <a:off x="0" y="0"/>
          <a:ext cx="0" cy="0"/>
          <a:chOff x="0" y="0"/>
          <a:chExt cx="0" cy="0"/>
        </a:xfrm>
      </p:grpSpPr>
      <p:sp>
        <p:nvSpPr>
          <p:cNvPr id="154" name="Google Shape;154;p23"/>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55" name="Google Shape;155;p23"/>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cxnSp>
        <p:nvCxnSpPr>
          <p:cNvPr id="156" name="Google Shape;156;p23"/>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157" name="Google Shape;157;p23" title="Titre"/>
          <p:cNvSpPr txBox="1">
            <a:spLocks noGrp="1"/>
          </p:cNvSpPr>
          <p:nvPr>
            <p:ph type="ctrTitle"/>
          </p:nvPr>
        </p:nvSpPr>
        <p:spPr>
          <a:xfrm>
            <a:off x="4781791" y="1504563"/>
            <a:ext cx="3640180" cy="1212189"/>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200"/>
              <a:buFont typeface="Calibri"/>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8" name="Google Shape;158;p23" title="Sous-titre"/>
          <p:cNvSpPr txBox="1">
            <a:spLocks noGrp="1"/>
          </p:cNvSpPr>
          <p:nvPr>
            <p:ph type="subTitle" idx="1"/>
          </p:nvPr>
        </p:nvSpPr>
        <p:spPr>
          <a:xfrm>
            <a:off x="4781411" y="2730749"/>
            <a:ext cx="3640754" cy="943181"/>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rgbClr val="2E7A40"/>
              </a:buClr>
              <a:buSzPts val="1800"/>
              <a:buFont typeface="Arial"/>
              <a:buNone/>
              <a:defRPr sz="1800" b="0" i="0" u="none" strike="noStrike" cap="none">
                <a:solidFill>
                  <a:schemeClr val="accent6"/>
                </a:solidFill>
                <a:latin typeface="Calibri"/>
                <a:ea typeface="Calibri"/>
                <a:cs typeface="Calibri"/>
                <a:sym typeface="Calibri"/>
              </a:defRPr>
            </a:lvl1pPr>
            <a:lvl2pPr marR="0" lvl="1" algn="ctr"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4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3pPr>
            <a:lvl4pPr marR="0" lvl="3" algn="ctr" rtl="0">
              <a:lnSpc>
                <a:spcPct val="90000"/>
              </a:lnSpc>
              <a:spcBef>
                <a:spcPts val="400"/>
              </a:spcBef>
              <a:spcAft>
                <a:spcPts val="0"/>
              </a:spcAft>
              <a:buClr>
                <a:srgbClr val="2E7A40"/>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400"/>
              </a:spcBef>
              <a:spcAft>
                <a:spcPts val="0"/>
              </a:spcAft>
              <a:buClr>
                <a:srgbClr val="2E7A40"/>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cxnSp>
        <p:nvCxnSpPr>
          <p:cNvPr id="159" name="Google Shape;159;p23"/>
          <p:cNvCxnSpPr/>
          <p:nvPr/>
        </p:nvCxnSpPr>
        <p:spPr>
          <a:xfrm rot="10800000" flipH="1">
            <a:off x="-13378" y="3525012"/>
            <a:ext cx="1439842" cy="75079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En-tête de section">
  <p:cSld name="En-tête de section">
    <p:spTree>
      <p:nvGrpSpPr>
        <p:cNvPr id="1" name="Shape 160"/>
        <p:cNvGrpSpPr/>
        <p:nvPr/>
      </p:nvGrpSpPr>
      <p:grpSpPr>
        <a:xfrm>
          <a:off x="0" y="0"/>
          <a:ext cx="0" cy="0"/>
          <a:chOff x="0" y="0"/>
          <a:chExt cx="0" cy="0"/>
        </a:xfrm>
      </p:grpSpPr>
      <p:sp>
        <p:nvSpPr>
          <p:cNvPr id="161" name="Google Shape;161;p24"/>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62" name="Google Shape;162;p24"/>
          <p:cNvSpPr/>
          <p:nvPr/>
        </p:nvSpPr>
        <p:spPr>
          <a:xfrm rot="-1641210">
            <a:off x="-477993" y="2691132"/>
            <a:ext cx="2895122" cy="1310214"/>
          </a:xfrm>
          <a:prstGeom prst="parallelogram">
            <a:avLst>
              <a:gd name="adj" fmla="val 53218"/>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63" name="Google Shape;163;p24"/>
          <p:cNvCxnSpPr/>
          <p:nvPr/>
        </p:nvCxnSpPr>
        <p:spPr>
          <a:xfrm rot="10800000" flipH="1">
            <a:off x="0" y="757568"/>
            <a:ext cx="1338943" cy="680629"/>
          </a:xfrm>
          <a:prstGeom prst="straightConnector1">
            <a:avLst/>
          </a:prstGeom>
          <a:noFill/>
          <a:ln w="9525" cap="flat" cmpd="sng">
            <a:solidFill>
              <a:srgbClr val="A5A5A5"/>
            </a:solidFill>
            <a:prstDash val="solid"/>
            <a:miter lim="800000"/>
            <a:headEnd type="none" w="sm" len="sm"/>
            <a:tailEnd type="none" w="sm" len="sm"/>
          </a:ln>
        </p:spPr>
      </p:cxnSp>
      <p:sp>
        <p:nvSpPr>
          <p:cNvPr id="164" name="Google Shape;164;p24" title="Titre"/>
          <p:cNvSpPr txBox="1">
            <a:spLocks noGrp="1"/>
          </p:cNvSpPr>
          <p:nvPr>
            <p:ph type="title"/>
          </p:nvPr>
        </p:nvSpPr>
        <p:spPr>
          <a:xfrm>
            <a:off x="4712882" y="1490565"/>
            <a:ext cx="3683725" cy="1342391"/>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000"/>
              <a:buFont typeface="Calibri"/>
              <a:buNone/>
              <a:defRPr sz="3000" b="1">
                <a:solidFill>
                  <a:schemeClr val="accent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65" name="Google Shape;165;p24" title="Sous-titre"/>
          <p:cNvSpPr txBox="1">
            <a:spLocks noGrp="1"/>
          </p:cNvSpPr>
          <p:nvPr>
            <p:ph type="body" idx="1"/>
          </p:nvPr>
        </p:nvSpPr>
        <p:spPr>
          <a:xfrm>
            <a:off x="4712882" y="2844035"/>
            <a:ext cx="3683725" cy="682935"/>
          </a:xfrm>
          <a:prstGeom prst="rect">
            <a:avLst/>
          </a:prstGeom>
          <a:noFill/>
          <a:ln>
            <a:noFill/>
          </a:ln>
        </p:spPr>
        <p:txBody>
          <a:bodyPr spcFirstLastPara="1" wrap="square" lIns="68575" tIns="34275" rIns="68575" bIns="34275" anchor="t" anchorCtr="0">
            <a:norm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rgbClr val="909090"/>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0" i="0" u="none" strike="noStrike" cap="none">
                <a:solidFill>
                  <a:srgbClr val="909090"/>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0" i="0" u="none" strike="noStrike" cap="none">
                <a:solidFill>
                  <a:srgbClr val="909090"/>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0" i="0" u="none" strike="noStrike" cap="none">
                <a:solidFill>
                  <a:srgbClr val="909090"/>
                </a:solidFill>
                <a:latin typeface="Calibri"/>
                <a:ea typeface="Calibri"/>
                <a:cs typeface="Calibri"/>
                <a:sym typeface="Calibri"/>
              </a:defRPr>
            </a:lvl5pPr>
            <a:lvl6pPr marL="2743200" marR="0" lvl="5"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6pPr>
            <a:lvl7pPr marL="3200400" marR="0" lvl="6"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7pPr>
            <a:lvl8pPr marL="3657600" marR="0" lvl="7"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8pPr>
            <a:lvl9pPr marL="4114800" marR="0" lvl="8"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9pPr>
          </a:lstStyle>
          <a:p>
            <a:endParaRPr/>
          </a:p>
        </p:txBody>
      </p:sp>
      <p:cxnSp>
        <p:nvCxnSpPr>
          <p:cNvPr id="166" name="Google Shape;166;p24"/>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167" name="Google Shape;167;p24"/>
          <p:cNvSpPr/>
          <p:nvPr/>
        </p:nvSpPr>
        <p:spPr>
          <a:xfrm>
            <a:off x="5815584" y="0"/>
            <a:ext cx="1693926" cy="557114"/>
          </a:xfrm>
          <a:prstGeom prst="parallelogram">
            <a:avLst>
              <a:gd name="adj" fmla="val 195850"/>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68" name="Google Shape;168;p24"/>
          <p:cNvCxnSpPr/>
          <p:nvPr/>
        </p:nvCxnSpPr>
        <p:spPr>
          <a:xfrm rot="10800000" flipH="1">
            <a:off x="0" y="306422"/>
            <a:ext cx="4946515" cy="2552361"/>
          </a:xfrm>
          <a:prstGeom prst="straightConnector1">
            <a:avLst/>
          </a:prstGeom>
          <a:noFill/>
          <a:ln w="9525" cap="flat" cmpd="sng">
            <a:solidFill>
              <a:srgbClr val="A5A5A5"/>
            </a:solidFill>
            <a:prstDash val="solid"/>
            <a:miter lim="800000"/>
            <a:headEnd type="none" w="sm" len="sm"/>
            <a:tailEnd type="none" w="sm" len="sm"/>
          </a:ln>
        </p:spPr>
      </p:cxnSp>
      <p:cxnSp>
        <p:nvCxnSpPr>
          <p:cNvPr id="169" name="Google Shape;169;p24"/>
          <p:cNvCxnSpPr/>
          <p:nvPr/>
        </p:nvCxnSpPr>
        <p:spPr>
          <a:xfrm rot="10800000" flipH="1">
            <a:off x="-13378" y="3950208"/>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170" name="Google Shape;170;p24"/>
          <p:cNvSpPr/>
          <p:nvPr/>
        </p:nvSpPr>
        <p:spPr>
          <a:xfrm rot="-1641210">
            <a:off x="-104276" y="2555284"/>
            <a:ext cx="1078799" cy="177435"/>
          </a:xfrm>
          <a:prstGeom prst="parallelogram">
            <a:avLst>
              <a:gd name="adj" fmla="val 53218"/>
            </a:avLst>
          </a:prstGeom>
          <a:solidFill>
            <a:schemeClr val="l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1637">
          <p15:clr>
            <a:srgbClr val="FBAE40"/>
          </p15:clr>
        </p15:guide>
        <p15:guide id="2" pos="2880">
          <p15:clr>
            <a:srgbClr val="FBAE40"/>
          </p15:clr>
        </p15:guide>
        <p15:guide id="3" pos="107">
          <p15:clr>
            <a:srgbClr val="FBAE40"/>
          </p15:clr>
        </p15:guide>
        <p15:guide id="4" orient="horz" pos="3127">
          <p15:clr>
            <a:srgbClr val="FBAE40"/>
          </p15:clr>
        </p15:guide>
        <p15:guide id="5" pos="5653">
          <p15:clr>
            <a:srgbClr val="FBAE40"/>
          </p15:clr>
        </p15:guide>
        <p15:guide id="6" orient="horz" pos="10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re et contenu">
  <p:cSld name="Titre et contenu">
    <p:spTree>
      <p:nvGrpSpPr>
        <p:cNvPr id="1" name="Shape 171"/>
        <p:cNvGrpSpPr/>
        <p:nvPr/>
      </p:nvGrpSpPr>
      <p:grpSpPr>
        <a:xfrm>
          <a:off x="0" y="0"/>
          <a:ext cx="0" cy="0"/>
          <a:chOff x="0" y="0"/>
          <a:chExt cx="0" cy="0"/>
        </a:xfrm>
      </p:grpSpPr>
      <p:cxnSp>
        <p:nvCxnSpPr>
          <p:cNvPr id="172" name="Google Shape;172;p25"/>
          <p:cNvCxnSpPr/>
          <p:nvPr/>
        </p:nvCxnSpPr>
        <p:spPr>
          <a:xfrm rot="10800000">
            <a:off x="-6935" y="2725475"/>
            <a:ext cx="1434464" cy="1179742"/>
          </a:xfrm>
          <a:prstGeom prst="straightConnector1">
            <a:avLst/>
          </a:prstGeom>
          <a:noFill/>
          <a:ln w="9525" cap="flat" cmpd="sng">
            <a:solidFill>
              <a:schemeClr val="accent2"/>
            </a:solidFill>
            <a:prstDash val="solid"/>
            <a:miter lim="800000"/>
            <a:headEnd type="none" w="sm" len="sm"/>
            <a:tailEnd type="none" w="sm" len="sm"/>
          </a:ln>
        </p:spPr>
      </p:cxnSp>
      <p:grpSp>
        <p:nvGrpSpPr>
          <p:cNvPr id="173" name="Google Shape;173;p25"/>
          <p:cNvGrpSpPr/>
          <p:nvPr/>
        </p:nvGrpSpPr>
        <p:grpSpPr>
          <a:xfrm flipH="1">
            <a:off x="5670996" y="0"/>
            <a:ext cx="3572983" cy="2655755"/>
            <a:chOff x="-124265" y="-2"/>
            <a:chExt cx="4763978" cy="3367272"/>
          </a:xfrm>
        </p:grpSpPr>
        <p:sp>
          <p:nvSpPr>
            <p:cNvPr id="174" name="Google Shape;174;p25"/>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175" name="Google Shape;175;p25"/>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176" name="Google Shape;176;p25"/>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177" name="Google Shape;177;p25"/>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6"/>
                </a:solidFill>
                <a:latin typeface="Arial Black"/>
                <a:ea typeface="Arial Black"/>
                <a:cs typeface="Arial Black"/>
                <a:sym typeface="Arial Black"/>
              </a:rPr>
              <a:t>FR</a:t>
            </a:r>
            <a:endParaRPr sz="1100"/>
          </a:p>
        </p:txBody>
      </p:sp>
      <p:sp>
        <p:nvSpPr>
          <p:cNvPr id="178" name="Google Shape;178;p25"/>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79" name="Google Shape;179;p25"/>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0" name="Google Shape;180;p25"/>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181" name="Google Shape;181;p25"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82" name="Google Shape;182;p25"/>
          <p:cNvSpPr txBox="1">
            <a:spLocks noGrp="1"/>
          </p:cNvSpPr>
          <p:nvPr>
            <p:ph type="body" idx="1"/>
          </p:nvPr>
        </p:nvSpPr>
        <p:spPr>
          <a:xfrm>
            <a:off x="389008" y="1253943"/>
            <a:ext cx="8126342" cy="3378779"/>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567">
          <p15:clr>
            <a:srgbClr val="FBAE40"/>
          </p15:clr>
        </p15:guide>
        <p15:guide id="5" orient="horz" pos="583">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eux contenus">
  <p:cSld name="Deux contenus">
    <p:spTree>
      <p:nvGrpSpPr>
        <p:cNvPr id="1" name="Shape 183"/>
        <p:cNvGrpSpPr/>
        <p:nvPr/>
      </p:nvGrpSpPr>
      <p:grpSpPr>
        <a:xfrm>
          <a:off x="0" y="0"/>
          <a:ext cx="0" cy="0"/>
          <a:chOff x="0" y="0"/>
          <a:chExt cx="0" cy="0"/>
        </a:xfrm>
      </p:grpSpPr>
      <p:cxnSp>
        <p:nvCxnSpPr>
          <p:cNvPr id="184" name="Google Shape;184;p26"/>
          <p:cNvCxnSpPr/>
          <p:nvPr/>
        </p:nvCxnSpPr>
        <p:spPr>
          <a:xfrm rot="10800000">
            <a:off x="-6935" y="2725475"/>
            <a:ext cx="1434464" cy="1179742"/>
          </a:xfrm>
          <a:prstGeom prst="straightConnector1">
            <a:avLst/>
          </a:prstGeom>
          <a:noFill/>
          <a:ln w="9525" cap="flat" cmpd="sng">
            <a:solidFill>
              <a:schemeClr val="accent2"/>
            </a:solidFill>
            <a:prstDash val="solid"/>
            <a:miter lim="800000"/>
            <a:headEnd type="none" w="sm" len="sm"/>
            <a:tailEnd type="none" w="sm" len="sm"/>
          </a:ln>
        </p:spPr>
      </p:cxnSp>
      <p:grpSp>
        <p:nvGrpSpPr>
          <p:cNvPr id="185" name="Google Shape;185;p26"/>
          <p:cNvGrpSpPr/>
          <p:nvPr/>
        </p:nvGrpSpPr>
        <p:grpSpPr>
          <a:xfrm flipH="1">
            <a:off x="5670996" y="0"/>
            <a:ext cx="3572983" cy="2655755"/>
            <a:chOff x="-124265" y="-2"/>
            <a:chExt cx="4763978" cy="3367272"/>
          </a:xfrm>
        </p:grpSpPr>
        <p:sp>
          <p:nvSpPr>
            <p:cNvPr id="186" name="Google Shape;186;p26"/>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187" name="Google Shape;187;p26"/>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188" name="Google Shape;188;p26"/>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189" name="Google Shape;189;p26"/>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6"/>
                </a:solidFill>
                <a:latin typeface="Arial Black"/>
                <a:ea typeface="Arial Black"/>
                <a:cs typeface="Arial Black"/>
                <a:sym typeface="Arial Black"/>
              </a:rPr>
              <a:t>FR</a:t>
            </a:r>
            <a:endParaRPr sz="1100"/>
          </a:p>
        </p:txBody>
      </p:sp>
      <p:sp>
        <p:nvSpPr>
          <p:cNvPr id="190" name="Google Shape;190;p26"/>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91" name="Google Shape;191;p26"/>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2" name="Google Shape;192;p26"/>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193" name="Google Shape;193;p26"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4" name="Google Shape;194;p26"/>
          <p:cNvSpPr txBox="1">
            <a:spLocks noGrp="1"/>
          </p:cNvSpPr>
          <p:nvPr>
            <p:ph type="body" idx="1"/>
          </p:nvPr>
        </p:nvSpPr>
        <p:spPr>
          <a:xfrm>
            <a:off x="397265" y="1238283"/>
            <a:ext cx="3886200" cy="3394439"/>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95" name="Google Shape;195;p26"/>
          <p:cNvSpPr txBox="1">
            <a:spLocks noGrp="1"/>
          </p:cNvSpPr>
          <p:nvPr>
            <p:ph type="body" idx="2"/>
          </p:nvPr>
        </p:nvSpPr>
        <p:spPr>
          <a:xfrm>
            <a:off x="4629150" y="1238283"/>
            <a:ext cx="3886200" cy="3394439"/>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567">
          <p15:clr>
            <a:srgbClr val="FBAE40"/>
          </p15:clr>
        </p15:guide>
        <p15:guide id="5" orient="horz" pos="583">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aison">
  <p:cSld name="Comparaison">
    <p:spTree>
      <p:nvGrpSpPr>
        <p:cNvPr id="1" name="Shape 196"/>
        <p:cNvGrpSpPr/>
        <p:nvPr/>
      </p:nvGrpSpPr>
      <p:grpSpPr>
        <a:xfrm>
          <a:off x="0" y="0"/>
          <a:ext cx="0" cy="0"/>
          <a:chOff x="0" y="0"/>
          <a:chExt cx="0" cy="0"/>
        </a:xfrm>
      </p:grpSpPr>
      <p:cxnSp>
        <p:nvCxnSpPr>
          <p:cNvPr id="197" name="Google Shape;197;p27"/>
          <p:cNvCxnSpPr/>
          <p:nvPr/>
        </p:nvCxnSpPr>
        <p:spPr>
          <a:xfrm rot="10800000">
            <a:off x="-6935" y="2725475"/>
            <a:ext cx="1434464" cy="1179742"/>
          </a:xfrm>
          <a:prstGeom prst="straightConnector1">
            <a:avLst/>
          </a:prstGeom>
          <a:noFill/>
          <a:ln w="9525" cap="flat" cmpd="sng">
            <a:solidFill>
              <a:schemeClr val="accent2"/>
            </a:solidFill>
            <a:prstDash val="solid"/>
            <a:miter lim="800000"/>
            <a:headEnd type="none" w="sm" len="sm"/>
            <a:tailEnd type="none" w="sm" len="sm"/>
          </a:ln>
        </p:spPr>
      </p:cxnSp>
      <p:grpSp>
        <p:nvGrpSpPr>
          <p:cNvPr id="198" name="Google Shape;198;p27"/>
          <p:cNvGrpSpPr/>
          <p:nvPr/>
        </p:nvGrpSpPr>
        <p:grpSpPr>
          <a:xfrm flipH="1">
            <a:off x="5670996" y="0"/>
            <a:ext cx="3572983" cy="2655755"/>
            <a:chOff x="-124265" y="-2"/>
            <a:chExt cx="4763978" cy="3367272"/>
          </a:xfrm>
        </p:grpSpPr>
        <p:sp>
          <p:nvSpPr>
            <p:cNvPr id="199" name="Google Shape;199;p27"/>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200" name="Google Shape;200;p27"/>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201" name="Google Shape;201;p27"/>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202" name="Google Shape;202;p27"/>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6"/>
                </a:solidFill>
                <a:latin typeface="Arial Black"/>
                <a:ea typeface="Arial Black"/>
                <a:cs typeface="Arial Black"/>
                <a:sym typeface="Arial Black"/>
              </a:rPr>
              <a:t>FR</a:t>
            </a:r>
            <a:endParaRPr sz="1100"/>
          </a:p>
        </p:txBody>
      </p:sp>
      <p:sp>
        <p:nvSpPr>
          <p:cNvPr id="203" name="Google Shape;203;p27"/>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04" name="Google Shape;204;p27"/>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05" name="Google Shape;205;p27"/>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206" name="Google Shape;206;p27"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07" name="Google Shape;207;p27"/>
          <p:cNvSpPr txBox="1">
            <a:spLocks noGrp="1"/>
          </p:cNvSpPr>
          <p:nvPr>
            <p:ph type="body" idx="1"/>
          </p:nvPr>
        </p:nvSpPr>
        <p:spPr>
          <a:xfrm>
            <a:off x="389008" y="1260872"/>
            <a:ext cx="4036876" cy="617934"/>
          </a:xfrm>
          <a:prstGeom prst="rect">
            <a:avLst/>
          </a:prstGeom>
          <a:noFill/>
          <a:ln>
            <a:noFill/>
          </a:ln>
        </p:spPr>
        <p:txBody>
          <a:bodyPr spcFirstLastPara="1" wrap="square" lIns="68575" tIns="34275" rIns="68575" bIns="34275" anchor="b" anchorCtr="0">
            <a:noAutofit/>
          </a:bodyPr>
          <a:lstStyle>
            <a:lvl1pPr marL="457200" marR="0" lvl="0" indent="-228600" algn="l" rtl="0">
              <a:lnSpc>
                <a:spcPct val="90000"/>
              </a:lnSpc>
              <a:spcBef>
                <a:spcPts val="800"/>
              </a:spcBef>
              <a:spcAft>
                <a:spcPts val="0"/>
              </a:spcAft>
              <a:buClr>
                <a:srgbClr val="2E7A40"/>
              </a:buClr>
              <a:buSzPts val="1800"/>
              <a:buFont typeface="Arial"/>
              <a:buNone/>
              <a:defRPr sz="1800" b="1" i="0" u="none" strike="noStrike" cap="none">
                <a:solidFill>
                  <a:schemeClr val="accent6"/>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208" name="Google Shape;208;p27"/>
          <p:cNvSpPr txBox="1">
            <a:spLocks noGrp="1"/>
          </p:cNvSpPr>
          <p:nvPr>
            <p:ph type="body" idx="2"/>
          </p:nvPr>
        </p:nvSpPr>
        <p:spPr>
          <a:xfrm>
            <a:off x="4629150" y="1260872"/>
            <a:ext cx="3887391" cy="617934"/>
          </a:xfrm>
          <a:prstGeom prst="rect">
            <a:avLst/>
          </a:prstGeom>
          <a:noFill/>
          <a:ln>
            <a:noFill/>
          </a:ln>
        </p:spPr>
        <p:txBody>
          <a:bodyPr spcFirstLastPara="1" wrap="square" lIns="68575" tIns="34275" rIns="68575" bIns="34275" anchor="b" anchorCtr="0">
            <a:noAutofit/>
          </a:bodyPr>
          <a:lstStyle>
            <a:lvl1pPr marL="457200" marR="0" lvl="0" indent="-228600" algn="l" rtl="0">
              <a:lnSpc>
                <a:spcPct val="90000"/>
              </a:lnSpc>
              <a:spcBef>
                <a:spcPts val="800"/>
              </a:spcBef>
              <a:spcAft>
                <a:spcPts val="0"/>
              </a:spcAft>
              <a:buClr>
                <a:srgbClr val="2E7A40"/>
              </a:buClr>
              <a:buSzPts val="1800"/>
              <a:buFont typeface="Arial"/>
              <a:buNone/>
              <a:defRPr sz="1800" b="1"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209" name="Google Shape;209;p27"/>
          <p:cNvSpPr txBox="1">
            <a:spLocks noGrp="1"/>
          </p:cNvSpPr>
          <p:nvPr>
            <p:ph type="body" idx="3"/>
          </p:nvPr>
        </p:nvSpPr>
        <p:spPr>
          <a:xfrm>
            <a:off x="4629150" y="1878806"/>
            <a:ext cx="3887391" cy="2763441"/>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210" name="Google Shape;210;p27"/>
          <p:cNvSpPr txBox="1">
            <a:spLocks noGrp="1"/>
          </p:cNvSpPr>
          <p:nvPr>
            <p:ph type="body" idx="4"/>
          </p:nvPr>
        </p:nvSpPr>
        <p:spPr>
          <a:xfrm>
            <a:off x="389008" y="1878806"/>
            <a:ext cx="4043812" cy="2763441"/>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567">
          <p15:clr>
            <a:srgbClr val="FBAE40"/>
          </p15:clr>
        </p15:guide>
        <p15:guide id="5" orient="horz" pos="583">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ntenu avec légende">
  <p:cSld name="Contenu avec légende">
    <p:spTree>
      <p:nvGrpSpPr>
        <p:cNvPr id="1" name="Shape 211"/>
        <p:cNvGrpSpPr/>
        <p:nvPr/>
      </p:nvGrpSpPr>
      <p:grpSpPr>
        <a:xfrm>
          <a:off x="0" y="0"/>
          <a:ext cx="0" cy="0"/>
          <a:chOff x="0" y="0"/>
          <a:chExt cx="0" cy="0"/>
        </a:xfrm>
      </p:grpSpPr>
      <p:sp>
        <p:nvSpPr>
          <p:cNvPr id="212" name="Google Shape;212;p28"/>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213" name="Google Shape;213;p28"/>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cxnSp>
        <p:nvCxnSpPr>
          <p:cNvPr id="214" name="Google Shape;214;p28"/>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215" name="Google Shape;215;p28" title="Titre"/>
          <p:cNvSpPr txBox="1">
            <a:spLocks noGrp="1"/>
          </p:cNvSpPr>
          <p:nvPr>
            <p:ph type="ctrTitle"/>
          </p:nvPr>
        </p:nvSpPr>
        <p:spPr>
          <a:xfrm>
            <a:off x="539377" y="3280527"/>
            <a:ext cx="3983637" cy="995273"/>
          </a:xfrm>
          <a:prstGeom prst="rect">
            <a:avLst/>
          </a:prstGeom>
          <a:noFill/>
          <a:ln>
            <a:noFill/>
          </a:ln>
        </p:spPr>
        <p:txBody>
          <a:bodyPr spcFirstLastPara="1" wrap="square" lIns="68575" tIns="34275" rIns="68575" bIns="0" anchor="b" anchorCtr="0">
            <a:normAutofit/>
          </a:bodyPr>
          <a:lstStyle>
            <a:lvl1pPr lvl="0" algn="r">
              <a:lnSpc>
                <a:spcPct val="90000"/>
              </a:lnSpc>
              <a:spcBef>
                <a:spcPts val="0"/>
              </a:spcBef>
              <a:spcAft>
                <a:spcPts val="0"/>
              </a:spcAft>
              <a:buClr>
                <a:schemeClr val="accent1"/>
              </a:buClr>
              <a:buSzPts val="3200"/>
              <a:buFont typeface="Arial"/>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216" name="Google Shape;216;p28"/>
          <p:cNvCxnSpPr/>
          <p:nvPr/>
        </p:nvCxnSpPr>
        <p:spPr>
          <a:xfrm rot="10800000" flipH="1">
            <a:off x="-13378" y="3525012"/>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217" name="Google Shape;217;p28"/>
          <p:cNvSpPr txBox="1">
            <a:spLocks noGrp="1"/>
          </p:cNvSpPr>
          <p:nvPr>
            <p:ph type="body" idx="1"/>
          </p:nvPr>
        </p:nvSpPr>
        <p:spPr>
          <a:xfrm>
            <a:off x="539377" y="4275802"/>
            <a:ext cx="3983637" cy="698629"/>
          </a:xfrm>
          <a:prstGeom prst="rect">
            <a:avLst/>
          </a:prstGeom>
          <a:noFill/>
          <a:ln>
            <a:noFill/>
          </a:ln>
        </p:spPr>
        <p:txBody>
          <a:bodyPr spcFirstLastPara="1" wrap="square" lIns="68575" tIns="34275" rIns="68575" bIns="34275" anchor="t" anchorCtr="0">
            <a:noAutofit/>
          </a:bodyPr>
          <a:lstStyle>
            <a:lvl1pPr marL="457200" marR="0" lvl="0" indent="-228600" algn="r" rtl="0">
              <a:lnSpc>
                <a:spcPct val="90000"/>
              </a:lnSpc>
              <a:spcBef>
                <a:spcPts val="800"/>
              </a:spcBef>
              <a:spcAft>
                <a:spcPts val="0"/>
              </a:spcAft>
              <a:buClr>
                <a:srgbClr val="2E7A40"/>
              </a:buClr>
              <a:buSzPts val="1200"/>
              <a:buFont typeface="Arial"/>
              <a:buNone/>
              <a:defRPr sz="12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100"/>
              <a:buFont typeface="Arial"/>
              <a:buNone/>
              <a:defRPr sz="11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800"/>
              <a:buFont typeface="Arial"/>
              <a:buNone/>
              <a:defRPr sz="8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800"/>
              <a:buFont typeface="Arial"/>
              <a:buNone/>
              <a:defRPr sz="8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9pPr>
          </a:lstStyle>
          <a:p>
            <a:endParaRPr/>
          </a:p>
        </p:txBody>
      </p:sp>
      <p:sp>
        <p:nvSpPr>
          <p:cNvPr id="218" name="Google Shape;218;p28"/>
          <p:cNvSpPr txBox="1">
            <a:spLocks noGrp="1"/>
          </p:cNvSpPr>
          <p:nvPr>
            <p:ph type="body" idx="2"/>
          </p:nvPr>
        </p:nvSpPr>
        <p:spPr>
          <a:xfrm>
            <a:off x="4620987" y="1718035"/>
            <a:ext cx="4352754" cy="3256397"/>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Image avec légende">
  <p:cSld name="Image avec légende">
    <p:spTree>
      <p:nvGrpSpPr>
        <p:cNvPr id="1" name="Shape 219"/>
        <p:cNvGrpSpPr/>
        <p:nvPr/>
      </p:nvGrpSpPr>
      <p:grpSpPr>
        <a:xfrm>
          <a:off x="0" y="0"/>
          <a:ext cx="0" cy="0"/>
          <a:chOff x="0" y="0"/>
          <a:chExt cx="0" cy="0"/>
        </a:xfrm>
      </p:grpSpPr>
      <p:sp>
        <p:nvSpPr>
          <p:cNvPr id="220" name="Google Shape;220;p29"/>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221" name="Google Shape;221;p29"/>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cxnSp>
        <p:nvCxnSpPr>
          <p:cNvPr id="222" name="Google Shape;222;p29"/>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223" name="Google Shape;223;p29" title="Titre"/>
          <p:cNvSpPr txBox="1">
            <a:spLocks noGrp="1"/>
          </p:cNvSpPr>
          <p:nvPr>
            <p:ph type="ctrTitle"/>
          </p:nvPr>
        </p:nvSpPr>
        <p:spPr>
          <a:xfrm>
            <a:off x="539377" y="3280527"/>
            <a:ext cx="3983637" cy="995273"/>
          </a:xfrm>
          <a:prstGeom prst="rect">
            <a:avLst/>
          </a:prstGeom>
          <a:noFill/>
          <a:ln>
            <a:noFill/>
          </a:ln>
        </p:spPr>
        <p:txBody>
          <a:bodyPr spcFirstLastPara="1" wrap="square" lIns="68575" tIns="34275" rIns="68575" bIns="0" anchor="b" anchorCtr="0">
            <a:normAutofit/>
          </a:bodyPr>
          <a:lstStyle>
            <a:lvl1pPr lvl="0" algn="r">
              <a:lnSpc>
                <a:spcPct val="90000"/>
              </a:lnSpc>
              <a:spcBef>
                <a:spcPts val="0"/>
              </a:spcBef>
              <a:spcAft>
                <a:spcPts val="0"/>
              </a:spcAft>
              <a:buClr>
                <a:schemeClr val="accent1"/>
              </a:buClr>
              <a:buSzPts val="3200"/>
              <a:buFont typeface="Arial"/>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224" name="Google Shape;224;p29"/>
          <p:cNvCxnSpPr/>
          <p:nvPr/>
        </p:nvCxnSpPr>
        <p:spPr>
          <a:xfrm rot="10800000" flipH="1">
            <a:off x="-13378" y="3525012"/>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225" name="Google Shape;225;p29"/>
          <p:cNvSpPr txBox="1">
            <a:spLocks noGrp="1"/>
          </p:cNvSpPr>
          <p:nvPr>
            <p:ph type="body" idx="1"/>
          </p:nvPr>
        </p:nvSpPr>
        <p:spPr>
          <a:xfrm>
            <a:off x="539377" y="4275802"/>
            <a:ext cx="3983637" cy="698629"/>
          </a:xfrm>
          <a:prstGeom prst="rect">
            <a:avLst/>
          </a:prstGeom>
          <a:noFill/>
          <a:ln>
            <a:noFill/>
          </a:ln>
        </p:spPr>
        <p:txBody>
          <a:bodyPr spcFirstLastPara="1" wrap="square" lIns="68575" tIns="34275" rIns="68575" bIns="34275" anchor="t" anchorCtr="0">
            <a:noAutofit/>
          </a:bodyPr>
          <a:lstStyle>
            <a:lvl1pPr marL="457200" marR="0" lvl="0" indent="-228600" algn="r" rtl="0">
              <a:lnSpc>
                <a:spcPct val="90000"/>
              </a:lnSpc>
              <a:spcBef>
                <a:spcPts val="800"/>
              </a:spcBef>
              <a:spcAft>
                <a:spcPts val="0"/>
              </a:spcAft>
              <a:buClr>
                <a:srgbClr val="2E7A40"/>
              </a:buClr>
              <a:buSzPts val="1200"/>
              <a:buFont typeface="Arial"/>
              <a:buNone/>
              <a:defRPr sz="12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100"/>
              <a:buFont typeface="Arial"/>
              <a:buNone/>
              <a:defRPr sz="11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800"/>
              <a:buFont typeface="Arial"/>
              <a:buNone/>
              <a:defRPr sz="8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800"/>
              <a:buFont typeface="Arial"/>
              <a:buNone/>
              <a:defRPr sz="8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9pPr>
          </a:lstStyle>
          <a:p>
            <a:endParaRPr/>
          </a:p>
        </p:txBody>
      </p:sp>
      <p:sp>
        <p:nvSpPr>
          <p:cNvPr id="226" name="Google Shape;226;p29"/>
          <p:cNvSpPr>
            <a:spLocks noGrp="1"/>
          </p:cNvSpPr>
          <p:nvPr>
            <p:ph type="pic" idx="2"/>
          </p:nvPr>
        </p:nvSpPr>
        <p:spPr>
          <a:xfrm>
            <a:off x="4687477" y="1703895"/>
            <a:ext cx="4286263" cy="3270535"/>
          </a:xfrm>
          <a:prstGeom prst="rect">
            <a:avLst/>
          </a:prstGeom>
          <a:noFill/>
          <a:ln>
            <a:noFill/>
          </a:ln>
        </p:spPr>
      </p: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Vide">
  <p:cSld name="Vide">
    <p:spTree>
      <p:nvGrpSpPr>
        <p:cNvPr id="1" name="Shape 227"/>
        <p:cNvGrpSpPr/>
        <p:nvPr/>
      </p:nvGrpSpPr>
      <p:grpSpPr>
        <a:xfrm>
          <a:off x="0" y="0"/>
          <a:ext cx="0" cy="0"/>
          <a:chOff x="0" y="0"/>
          <a:chExt cx="0" cy="0"/>
        </a:xfrm>
      </p:grpSpPr>
      <p:sp>
        <p:nvSpPr>
          <p:cNvPr id="228" name="Google Shape;228;p30"/>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1"/>
                </a:solidFill>
                <a:latin typeface="Arial Black"/>
                <a:ea typeface="Arial Black"/>
                <a:cs typeface="Arial Black"/>
                <a:sym typeface="Arial Black"/>
              </a:rPr>
              <a:t>FR</a:t>
            </a:r>
            <a:endParaRPr sz="1100"/>
          </a:p>
        </p:txBody>
      </p:sp>
      <p:grpSp>
        <p:nvGrpSpPr>
          <p:cNvPr id="229" name="Google Shape;229;p30"/>
          <p:cNvGrpSpPr/>
          <p:nvPr/>
        </p:nvGrpSpPr>
        <p:grpSpPr>
          <a:xfrm flipH="1">
            <a:off x="5670996" y="0"/>
            <a:ext cx="3572983" cy="2655755"/>
            <a:chOff x="-124265" y="-2"/>
            <a:chExt cx="4763978" cy="3367272"/>
          </a:xfrm>
        </p:grpSpPr>
        <p:sp>
          <p:nvSpPr>
            <p:cNvPr id="230" name="Google Shape;230;p30"/>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231" name="Google Shape;231;p30"/>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232" name="Google Shape;232;p30"/>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233" name="Google Shape;233;p30"/>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34" name="Google Shape;234;p30"/>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5" name="Google Shape;235;p30"/>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58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re uniquement">
  <p:cSld name="Titre uniquement">
    <p:spTree>
      <p:nvGrpSpPr>
        <p:cNvPr id="1" name="Shape 236"/>
        <p:cNvGrpSpPr/>
        <p:nvPr/>
      </p:nvGrpSpPr>
      <p:grpSpPr>
        <a:xfrm>
          <a:off x="0" y="0"/>
          <a:ext cx="0" cy="0"/>
          <a:chOff x="0" y="0"/>
          <a:chExt cx="0" cy="0"/>
        </a:xfrm>
      </p:grpSpPr>
      <p:sp>
        <p:nvSpPr>
          <p:cNvPr id="237" name="Google Shape;237;p31"/>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1"/>
                </a:solidFill>
                <a:latin typeface="Arial Black"/>
                <a:ea typeface="Arial Black"/>
                <a:cs typeface="Arial Black"/>
                <a:sym typeface="Arial Black"/>
              </a:rPr>
              <a:t>FR</a:t>
            </a:r>
            <a:endParaRPr sz="1100"/>
          </a:p>
        </p:txBody>
      </p:sp>
      <p:grpSp>
        <p:nvGrpSpPr>
          <p:cNvPr id="238" name="Google Shape;238;p31"/>
          <p:cNvGrpSpPr/>
          <p:nvPr/>
        </p:nvGrpSpPr>
        <p:grpSpPr>
          <a:xfrm flipH="1">
            <a:off x="5670996" y="0"/>
            <a:ext cx="3572983" cy="2655755"/>
            <a:chOff x="-124265" y="-2"/>
            <a:chExt cx="4763978" cy="3367272"/>
          </a:xfrm>
        </p:grpSpPr>
        <p:sp>
          <p:nvSpPr>
            <p:cNvPr id="239" name="Google Shape;239;p31"/>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240" name="Google Shape;240;p31"/>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241" name="Google Shape;241;p31"/>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242" name="Google Shape;242;p31"/>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43" name="Google Shape;243;p31" title="Titre "/>
          <p:cNvSpPr txBox="1">
            <a:spLocks noGrp="1"/>
          </p:cNvSpPr>
          <p:nvPr>
            <p:ph type="title"/>
          </p:nvPr>
        </p:nvSpPr>
        <p:spPr>
          <a:xfrm>
            <a:off x="389008" y="156771"/>
            <a:ext cx="6249917" cy="911674"/>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44" name="Google Shape;244;p31"/>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5" name="Google Shape;245;p31"/>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583">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isposition personnalisée">
  <p:cSld name="Disposition personnalisée">
    <p:spTree>
      <p:nvGrpSpPr>
        <p:cNvPr id="1" name="Shape 246"/>
        <p:cNvGrpSpPr/>
        <p:nvPr/>
      </p:nvGrpSpPr>
      <p:grpSpPr>
        <a:xfrm>
          <a:off x="0" y="0"/>
          <a:ext cx="0" cy="0"/>
          <a:chOff x="0" y="0"/>
          <a:chExt cx="0" cy="0"/>
        </a:xfrm>
      </p:grpSpPr>
      <p:sp>
        <p:nvSpPr>
          <p:cNvPr id="247" name="Google Shape;247;p32"/>
          <p:cNvSpPr txBox="1">
            <a:spLocks noGrp="1"/>
          </p:cNvSpPr>
          <p:nvPr>
            <p:ph type="title"/>
          </p:nvPr>
        </p:nvSpPr>
        <p:spPr>
          <a:xfrm>
            <a:off x="389008" y="156772"/>
            <a:ext cx="8126342" cy="860976"/>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chemeClr val="lt2"/>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2" name="Google Shape;52;p13"/>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chemeClr val="lt2"/>
                </a:solidFill>
                <a:latin typeface="Calibri"/>
                <a:ea typeface="Calibri"/>
                <a:cs typeface="Calibri"/>
                <a:sym typeface="Calibri"/>
              </a:defRPr>
            </a:lvl1pPr>
            <a:lvl2pPr marL="0" marR="0" lvl="1" indent="0" algn="r" rtl="0">
              <a:spcBef>
                <a:spcPts val="0"/>
              </a:spcBef>
              <a:buNone/>
              <a:defRPr sz="900" b="0" i="0" u="none" strike="noStrike" cap="none">
                <a:solidFill>
                  <a:schemeClr val="lt2"/>
                </a:solidFill>
                <a:latin typeface="Calibri"/>
                <a:ea typeface="Calibri"/>
                <a:cs typeface="Calibri"/>
                <a:sym typeface="Calibri"/>
              </a:defRPr>
            </a:lvl2pPr>
            <a:lvl3pPr marL="0" marR="0" lvl="2" indent="0" algn="r" rtl="0">
              <a:spcBef>
                <a:spcPts val="0"/>
              </a:spcBef>
              <a:buNone/>
              <a:defRPr sz="900" b="0" i="0" u="none" strike="noStrike" cap="none">
                <a:solidFill>
                  <a:schemeClr val="lt2"/>
                </a:solidFill>
                <a:latin typeface="Calibri"/>
                <a:ea typeface="Calibri"/>
                <a:cs typeface="Calibri"/>
                <a:sym typeface="Calibri"/>
              </a:defRPr>
            </a:lvl3pPr>
            <a:lvl4pPr marL="0" marR="0" lvl="3" indent="0" algn="r" rtl="0">
              <a:spcBef>
                <a:spcPts val="0"/>
              </a:spcBef>
              <a:buNone/>
              <a:defRPr sz="900" b="0" i="0" u="none" strike="noStrike" cap="none">
                <a:solidFill>
                  <a:schemeClr val="lt2"/>
                </a:solidFill>
                <a:latin typeface="Calibri"/>
                <a:ea typeface="Calibri"/>
                <a:cs typeface="Calibri"/>
                <a:sym typeface="Calibri"/>
              </a:defRPr>
            </a:lvl4pPr>
            <a:lvl5pPr marL="0" marR="0" lvl="4" indent="0" algn="r" rtl="0">
              <a:spcBef>
                <a:spcPts val="0"/>
              </a:spcBef>
              <a:buNone/>
              <a:defRPr sz="900" b="0" i="0" u="none" strike="noStrike" cap="none">
                <a:solidFill>
                  <a:schemeClr val="lt2"/>
                </a:solidFill>
                <a:latin typeface="Calibri"/>
                <a:ea typeface="Calibri"/>
                <a:cs typeface="Calibri"/>
                <a:sym typeface="Calibri"/>
              </a:defRPr>
            </a:lvl5pPr>
            <a:lvl6pPr marL="0" marR="0" lvl="5" indent="0" algn="r" rtl="0">
              <a:spcBef>
                <a:spcPts val="0"/>
              </a:spcBef>
              <a:buNone/>
              <a:defRPr sz="900" b="0" i="0" u="none" strike="noStrike" cap="none">
                <a:solidFill>
                  <a:schemeClr val="lt2"/>
                </a:solidFill>
                <a:latin typeface="Calibri"/>
                <a:ea typeface="Calibri"/>
                <a:cs typeface="Calibri"/>
                <a:sym typeface="Calibri"/>
              </a:defRPr>
            </a:lvl6pPr>
            <a:lvl7pPr marL="0" marR="0" lvl="6" indent="0" algn="r" rtl="0">
              <a:spcBef>
                <a:spcPts val="0"/>
              </a:spcBef>
              <a:buNone/>
              <a:defRPr sz="900" b="0" i="0" u="none" strike="noStrike" cap="none">
                <a:solidFill>
                  <a:schemeClr val="lt2"/>
                </a:solidFill>
                <a:latin typeface="Calibri"/>
                <a:ea typeface="Calibri"/>
                <a:cs typeface="Calibri"/>
                <a:sym typeface="Calibri"/>
              </a:defRPr>
            </a:lvl7pPr>
            <a:lvl8pPr marL="0" marR="0" lvl="7" indent="0" algn="r" rtl="0">
              <a:spcBef>
                <a:spcPts val="0"/>
              </a:spcBef>
              <a:buNone/>
              <a:defRPr sz="900" b="0" i="0" u="none" strike="noStrike" cap="none">
                <a:solidFill>
                  <a:schemeClr val="lt2"/>
                </a:solidFill>
                <a:latin typeface="Calibri"/>
                <a:ea typeface="Calibri"/>
                <a:cs typeface="Calibri"/>
                <a:sym typeface="Calibri"/>
              </a:defRPr>
            </a:lvl8pPr>
            <a:lvl9pPr marL="0" marR="0" lvl="8" indent="0" algn="r" rtl="0">
              <a:spcBef>
                <a:spcPts val="0"/>
              </a:spcBef>
              <a:buNone/>
              <a:defRPr sz="900" b="0" i="0" u="none" strike="noStrike" cap="none">
                <a:solidFill>
                  <a:schemeClr val="lt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
              <a:t>‹N°›</a:t>
            </a:fld>
            <a:endParaRPr/>
          </a:p>
        </p:txBody>
      </p:sp>
      <p:sp>
        <p:nvSpPr>
          <p:cNvPr id="53" name="Google Shape;53;p13"/>
          <p:cNvSpPr txBox="1">
            <a:spLocks noGrp="1"/>
          </p:cNvSpPr>
          <p:nvPr>
            <p:ph type="title"/>
          </p:nvPr>
        </p:nvSpPr>
        <p:spPr>
          <a:xfrm>
            <a:off x="389008" y="156772"/>
            <a:ext cx="8126342" cy="860976"/>
          </a:xfrm>
          <a:prstGeom prst="rect">
            <a:avLst/>
          </a:prstGeom>
          <a:noFill/>
          <a:ln>
            <a:noFill/>
          </a:ln>
        </p:spPr>
        <p:txBody>
          <a:bodyPr spcFirstLastPara="1" wrap="square" lIns="68575" tIns="34275" rIns="68575" bIns="0" anchor="b" anchorCtr="0">
            <a:normAutofit/>
          </a:bodyPr>
          <a:lstStyle>
            <a:lvl1pPr marR="0" lvl="0" algn="l" rtl="0">
              <a:lnSpc>
                <a:spcPct val="90000"/>
              </a:lnSpc>
              <a:spcBef>
                <a:spcPts val="0"/>
              </a:spcBef>
              <a:spcAft>
                <a:spcPts val="0"/>
              </a:spcAft>
              <a:buClr>
                <a:schemeClr val="accent1"/>
              </a:buClr>
              <a:buSzPts val="3300"/>
              <a:buFont typeface="Calibri"/>
              <a:buNone/>
              <a:defRPr sz="3300" b="1" i="0" u="none" strike="noStrike" cap="none">
                <a:solidFill>
                  <a:schemeClr val="accent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33" title="Image de bâtiment"/>
          <p:cNvPicPr preferRelativeResize="0">
            <a:picLocks noGrp="1"/>
          </p:cNvPicPr>
          <p:nvPr>
            <p:ph type="pic" idx="2"/>
          </p:nvPr>
        </p:nvPicPr>
        <p:blipFill rotWithShape="1">
          <a:blip r:embed="rId3">
            <a:alphaModFix/>
          </a:blip>
          <a:srcRect l="20784" r="20784"/>
          <a:stretch/>
        </p:blipFill>
        <p:spPr>
          <a:xfrm>
            <a:off x="1262549" y="645708"/>
            <a:ext cx="3321392" cy="3852817"/>
          </a:xfrm>
          <a:prstGeom prst="rect">
            <a:avLst/>
          </a:prstGeom>
          <a:noFill/>
          <a:ln>
            <a:noFill/>
          </a:ln>
        </p:spPr>
      </p:pic>
      <p:sp>
        <p:nvSpPr>
          <p:cNvPr id="254" name="Google Shape;254;p33" descr="Hexagone de couleur foncée unie au milieu d’accentuation d’image"/>
          <p:cNvSpPr/>
          <p:nvPr/>
        </p:nvSpPr>
        <p:spPr>
          <a:xfrm rot="-5400000">
            <a:off x="2009777" y="1791686"/>
            <a:ext cx="1809749" cy="1560129"/>
          </a:xfrm>
          <a:prstGeom prst="hexagon">
            <a:avLst>
              <a:gd name="adj" fmla="val 25000"/>
              <a:gd name="vf" fmla="val 115470"/>
            </a:avLst>
          </a:prstGeom>
          <a:solidFill>
            <a:schemeClr val="dk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55" name="Google Shape;255;p33"/>
          <p:cNvSpPr txBox="1">
            <a:spLocks noGrp="1"/>
          </p:cNvSpPr>
          <p:nvPr>
            <p:ph type="ctrTitle"/>
          </p:nvPr>
        </p:nvSpPr>
        <p:spPr>
          <a:xfrm>
            <a:off x="4781791" y="1504563"/>
            <a:ext cx="3640180" cy="1212189"/>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ct val="100000"/>
              <a:buFont typeface="Calibri"/>
              <a:buNone/>
            </a:pPr>
            <a:r>
              <a:rPr lang="fr"/>
              <a:t>Création et utilisation de la base de données</a:t>
            </a:r>
            <a:endParaRPr/>
          </a:p>
        </p:txBody>
      </p:sp>
      <p:sp>
        <p:nvSpPr>
          <p:cNvPr id="256" name="Google Shape;256;p33"/>
          <p:cNvSpPr txBox="1">
            <a:spLocks noGrp="1"/>
          </p:cNvSpPr>
          <p:nvPr>
            <p:ph type="subTitle" idx="1"/>
          </p:nvPr>
        </p:nvSpPr>
        <p:spPr>
          <a:xfrm>
            <a:off x="4781411" y="2730749"/>
            <a:ext cx="3640754" cy="94318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800"/>
              <a:buNone/>
            </a:pPr>
            <a:r>
              <a:rPr lang="fr" dirty="0"/>
              <a:t>PAPAMA Kevin</a:t>
            </a:r>
            <a:endParaRPr dirty="0"/>
          </a:p>
        </p:txBody>
      </p:sp>
      <p:pic>
        <p:nvPicPr>
          <p:cNvPr id="257" name="Google Shape;257;p33" descr="https://lh5.googleusercontent.com/TcdnvzxQ7ulQo8GiFwfIKujloK6EfAJv7ikP-EvnfdTVQnROS3WXw6XSx9Cpd73e_l7GCUAnbxroB-qlzG2fvYdCyl-Y5QZ95MpiD-GfDN-4taJyHRqsr3vOZzc3ONTBu52b0HIdUOMeHvdHiA_5tD0"/>
          <p:cNvPicPr preferRelativeResize="0"/>
          <p:nvPr/>
        </p:nvPicPr>
        <p:blipFill rotWithShape="1">
          <a:blip r:embed="rId4">
            <a:alphaModFix/>
          </a:blip>
          <a:srcRect/>
          <a:stretch/>
        </p:blipFill>
        <p:spPr>
          <a:xfrm>
            <a:off x="4840217" y="3713672"/>
            <a:ext cx="4303784" cy="1429828"/>
          </a:xfrm>
          <a:prstGeom prst="rect">
            <a:avLst/>
          </a:prstGeom>
          <a:noFill/>
          <a:ln>
            <a:noFill/>
          </a:ln>
        </p:spPr>
      </p:pic>
      <p:pic>
        <p:nvPicPr>
          <p:cNvPr id="258" name="Google Shape;258;p33" descr="https://lh5.googleusercontent.com/TcdnvzxQ7ulQo8GiFwfIKujloK6EfAJv7ikP-EvnfdTVQnROS3WXw6XSx9Cpd73e_l7GCUAnbxroB-qlzG2fvYdCyl-Y5QZ95MpiD-GfDN-4taJyHRqsr3vOZzc3ONTBu52b0HIdUOMeHvdHiA_5tD0"/>
          <p:cNvPicPr preferRelativeResize="0"/>
          <p:nvPr/>
        </p:nvPicPr>
        <p:blipFill rotWithShape="1">
          <a:blip r:embed="rId5">
            <a:alphaModFix/>
          </a:blip>
          <a:srcRect l="11387" t="12667" r="63940" b="13973"/>
          <a:stretch/>
        </p:blipFill>
        <p:spPr>
          <a:xfrm>
            <a:off x="1979722" y="1607746"/>
            <a:ext cx="1801842" cy="17798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4"/>
          <p:cNvSpPr txBox="1">
            <a:spLocks noGrp="1"/>
          </p:cNvSpPr>
          <p:nvPr>
            <p:ph type="title"/>
          </p:nvPr>
        </p:nvSpPr>
        <p:spPr>
          <a:xfrm>
            <a:off x="398533" y="981363"/>
            <a:ext cx="5506967" cy="911674"/>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
              <a:t>Contexte du projet</a:t>
            </a:r>
            <a:endParaRPr/>
          </a:p>
        </p:txBody>
      </p:sp>
      <p:sp>
        <p:nvSpPr>
          <p:cNvPr id="267" name="Google Shape;267;p34"/>
          <p:cNvSpPr txBox="1">
            <a:spLocks noGrp="1"/>
          </p:cNvSpPr>
          <p:nvPr>
            <p:ph type="body" idx="1"/>
          </p:nvPr>
        </p:nvSpPr>
        <p:spPr>
          <a:xfrm>
            <a:off x="398533" y="1968909"/>
            <a:ext cx="3707122" cy="2218706"/>
          </a:xfrm>
          <a:prstGeom prst="rect">
            <a:avLst/>
          </a:prstGeom>
          <a:noFill/>
          <a:ln>
            <a:noFill/>
          </a:ln>
        </p:spPr>
        <p:txBody>
          <a:bodyPr spcFirstLastPara="1" wrap="square" lIns="68575" tIns="34275" rIns="68575" bIns="34275" anchor="t" anchorCtr="0">
            <a:normAutofit fontScale="85000" lnSpcReduction="10000"/>
          </a:bodyPr>
          <a:lstStyle/>
          <a:p>
            <a:pPr marL="457200" lvl="0" indent="-342900" algn="l" rtl="0">
              <a:lnSpc>
                <a:spcPct val="90000"/>
              </a:lnSpc>
              <a:spcBef>
                <a:spcPts val="0"/>
              </a:spcBef>
              <a:spcAft>
                <a:spcPts val="0"/>
              </a:spcAft>
              <a:buSzPts val="1800"/>
              <a:buChar char="•"/>
            </a:pPr>
            <a:r>
              <a:rPr lang="fr-FR" dirty="0"/>
              <a:t>Entreprise : Laplace </a:t>
            </a:r>
            <a:r>
              <a:rPr lang="fr-FR" dirty="0" err="1"/>
              <a:t>Immo</a:t>
            </a:r>
            <a:r>
              <a:rPr lang="fr-FR" dirty="0"/>
              <a:t>, réseau d’agences immobilières.</a:t>
            </a:r>
          </a:p>
          <a:p>
            <a:pPr marL="457200" lvl="0" indent="-342900" algn="l" rtl="0">
              <a:lnSpc>
                <a:spcPct val="90000"/>
              </a:lnSpc>
              <a:spcBef>
                <a:spcPts val="0"/>
              </a:spcBef>
              <a:spcAft>
                <a:spcPts val="0"/>
              </a:spcAft>
              <a:buSzPts val="1800"/>
              <a:buChar char="•"/>
            </a:pPr>
            <a:endParaRPr lang="fr-FR" dirty="0"/>
          </a:p>
          <a:p>
            <a:pPr marL="457200" lvl="0" indent="-342900" algn="l" rtl="0">
              <a:lnSpc>
                <a:spcPct val="90000"/>
              </a:lnSpc>
              <a:spcBef>
                <a:spcPts val="0"/>
              </a:spcBef>
              <a:spcAft>
                <a:spcPts val="0"/>
              </a:spcAft>
              <a:buSzPts val="1800"/>
              <a:buChar char="•"/>
            </a:pPr>
            <a:r>
              <a:rPr lang="fr-FR" dirty="0"/>
              <a:t>Objectif : Prévoir les prix de vente des biens immobiliers pour se démarquer de la concurrence. </a:t>
            </a:r>
          </a:p>
          <a:p>
            <a:pPr marL="457200" lvl="0" indent="-342900" algn="l" rtl="0">
              <a:lnSpc>
                <a:spcPct val="90000"/>
              </a:lnSpc>
              <a:spcBef>
                <a:spcPts val="0"/>
              </a:spcBef>
              <a:spcAft>
                <a:spcPts val="0"/>
              </a:spcAft>
              <a:buSzPts val="1800"/>
              <a:buChar char="•"/>
            </a:pPr>
            <a:endParaRPr lang="fr-FR" dirty="0"/>
          </a:p>
          <a:p>
            <a:pPr marL="457200" lvl="0" indent="-342900" algn="l" rtl="0">
              <a:lnSpc>
                <a:spcPct val="90000"/>
              </a:lnSpc>
              <a:spcBef>
                <a:spcPts val="0"/>
              </a:spcBef>
              <a:spcAft>
                <a:spcPts val="0"/>
              </a:spcAft>
              <a:buSzPts val="1800"/>
              <a:buChar char="•"/>
            </a:pPr>
            <a:r>
              <a:rPr lang="fr-FR" dirty="0"/>
              <a:t>Mission : Modifier la base de données des ventes immobilières en France et l'analyser pour aider les agences à mieux conseiller leurs clients.</a:t>
            </a:r>
            <a:endParaRPr dirty="0"/>
          </a:p>
        </p:txBody>
      </p:sp>
      <p:pic>
        <p:nvPicPr>
          <p:cNvPr id="268" name="Google Shape;268;p34" title="Horizon"/>
          <p:cNvPicPr preferRelativeResize="0">
            <a:picLocks noGrp="1"/>
          </p:cNvPicPr>
          <p:nvPr>
            <p:ph type="pic" idx="3"/>
          </p:nvPr>
        </p:nvPicPr>
        <p:blipFill rotWithShape="1">
          <a:blip r:embed="rId3">
            <a:alphaModFix/>
          </a:blip>
          <a:srcRect l="23312" r="23313"/>
          <a:stretch/>
        </p:blipFill>
        <p:spPr>
          <a:xfrm>
            <a:off x="4953000" y="0"/>
            <a:ext cx="4191000" cy="5154187"/>
          </a:xfrm>
          <a:prstGeom prst="rect">
            <a:avLst/>
          </a:prstGeom>
          <a:solidFill>
            <a:srgbClr val="D8D8D8"/>
          </a:solidFill>
          <a:ln>
            <a:noFill/>
          </a:ln>
        </p:spPr>
      </p:pic>
      <p:sp>
        <p:nvSpPr>
          <p:cNvPr id="269" name="Google Shape;269;p34"/>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270" name="Google Shape;270;p34"/>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5"/>
          <p:cNvSpPr txBox="1">
            <a:spLocks noGrp="1"/>
          </p:cNvSpPr>
          <p:nvPr>
            <p:ph type="title"/>
          </p:nvPr>
        </p:nvSpPr>
        <p:spPr>
          <a:xfrm>
            <a:off x="407361" y="102393"/>
            <a:ext cx="8230452" cy="860977"/>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ct val="100000"/>
              <a:buFont typeface="Calibri"/>
              <a:buNone/>
            </a:pPr>
            <a:r>
              <a:rPr lang="fr" b="0" dirty="0"/>
              <a:t>La stratégie de sauvegarde et la conformité RGPD</a:t>
            </a:r>
            <a:endParaRPr b="0" dirty="0"/>
          </a:p>
        </p:txBody>
      </p:sp>
      <p:sp>
        <p:nvSpPr>
          <p:cNvPr id="277" name="Google Shape;277;p35"/>
          <p:cNvSpPr txBox="1">
            <a:spLocks noGrp="1"/>
          </p:cNvSpPr>
          <p:nvPr>
            <p:ph type="body" idx="2"/>
          </p:nvPr>
        </p:nvSpPr>
        <p:spPr>
          <a:xfrm>
            <a:off x="390523" y="1552755"/>
            <a:ext cx="6978592" cy="3035914"/>
          </a:xfrm>
          <a:prstGeom prst="rect">
            <a:avLst/>
          </a:prstGeom>
          <a:noFill/>
          <a:ln>
            <a:noFill/>
          </a:ln>
        </p:spPr>
        <p:txBody>
          <a:bodyPr spcFirstLastPara="1" wrap="square" lIns="68575" tIns="34275" rIns="68575" bIns="34275" anchor="t" anchorCtr="0">
            <a:normAutofit/>
          </a:bodyPr>
          <a:lstStyle/>
          <a:p>
            <a:pPr marL="177800" lvl="0" indent="-177800" algn="l" rtl="0">
              <a:lnSpc>
                <a:spcPct val="90000"/>
              </a:lnSpc>
              <a:spcBef>
                <a:spcPts val="0"/>
              </a:spcBef>
              <a:spcAft>
                <a:spcPts val="0"/>
              </a:spcAft>
              <a:buSzPts val="1800"/>
              <a:buChar char="•"/>
            </a:pPr>
            <a:r>
              <a:rPr lang="fr-FR" dirty="0"/>
              <a:t>donnees_communes.xlsx et fr-esr-referentiel-geographique.xlsx contiennent principalement des données géographiques sur les communes, départements, et régions. Il n'y a pas de données personnelles sensibles, donc ils sont conformes au </a:t>
            </a:r>
            <a:r>
              <a:rPr lang="fr-FR" err="1"/>
              <a:t>RGPD</a:t>
            </a:r>
            <a:r>
              <a:rPr lang="fr-FR"/>
              <a:t>.</a:t>
            </a:r>
            <a:endParaRPr lang="fr-FR" dirty="0"/>
          </a:p>
          <a:p>
            <a:pPr marL="177800" lvl="0" indent="-177800" algn="l" rtl="0">
              <a:lnSpc>
                <a:spcPct val="90000"/>
              </a:lnSpc>
              <a:spcBef>
                <a:spcPts val="0"/>
              </a:spcBef>
              <a:spcAft>
                <a:spcPts val="0"/>
              </a:spcAft>
              <a:buSzPts val="1800"/>
              <a:buChar char="•"/>
            </a:pPr>
            <a:endParaRPr lang="fr-FR" dirty="0"/>
          </a:p>
          <a:p>
            <a:pPr marL="177800" lvl="0" indent="-177800" algn="l" rtl="0">
              <a:lnSpc>
                <a:spcPct val="90000"/>
              </a:lnSpc>
              <a:spcBef>
                <a:spcPts val="0"/>
              </a:spcBef>
              <a:spcAft>
                <a:spcPts val="0"/>
              </a:spcAft>
              <a:buSzPts val="1800"/>
              <a:buChar char="•"/>
            </a:pPr>
            <a:r>
              <a:rPr lang="fr-FR" dirty="0"/>
              <a:t>Valeurs-foncières.xlsx contient des informations sur des transactions immobilières, dont les noms des acquéreurs, ce qui constitue des données personnelles. Il est important de traiter ces données avec soin (par exemple, en les anonymisant) pour respecter le RGPD.</a:t>
            </a:r>
            <a:endParaRPr dirty="0"/>
          </a:p>
        </p:txBody>
      </p:sp>
      <p:sp>
        <p:nvSpPr>
          <p:cNvPr id="278" name="Google Shape;278;p35"/>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279" name="Google Shape;279;p35"/>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3</a:t>
            </a:fld>
            <a:endParaRPr sz="900" b="0" i="0" u="none" strike="noStrike" cap="none">
              <a:solidFill>
                <a:srgbClr val="9E9E9E"/>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a:spLocks noGrp="1"/>
          </p:cNvSpPr>
          <p:nvPr>
            <p:ph type="title"/>
          </p:nvPr>
        </p:nvSpPr>
        <p:spPr>
          <a:xfrm>
            <a:off x="389008" y="156771"/>
            <a:ext cx="4689794"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 b="0"/>
              <a:t>Les données initiales</a:t>
            </a:r>
            <a:endParaRPr b="0"/>
          </a:p>
        </p:txBody>
      </p:sp>
      <p:sp>
        <p:nvSpPr>
          <p:cNvPr id="286" name="Google Shape;286;p36"/>
          <p:cNvSpPr txBox="1">
            <a:spLocks noGrp="1"/>
          </p:cNvSpPr>
          <p:nvPr>
            <p:ph type="body" idx="2"/>
          </p:nvPr>
        </p:nvSpPr>
        <p:spPr>
          <a:xfrm>
            <a:off x="389008" y="1233778"/>
            <a:ext cx="6978592" cy="3035914"/>
          </a:xfrm>
          <a:prstGeom prst="rect">
            <a:avLst/>
          </a:prstGeom>
          <a:noFill/>
          <a:ln>
            <a:noFill/>
          </a:ln>
        </p:spPr>
        <p:txBody>
          <a:bodyPr spcFirstLastPara="1" wrap="square" lIns="68575" tIns="34275" rIns="68575" bIns="34275" anchor="t" anchorCtr="0">
            <a:normAutofit fontScale="92500" lnSpcReduction="10000"/>
          </a:bodyPr>
          <a:lstStyle/>
          <a:p>
            <a:pPr marL="177800" lvl="0" indent="-177800" algn="l" rtl="0">
              <a:lnSpc>
                <a:spcPct val="90000"/>
              </a:lnSpc>
              <a:spcBef>
                <a:spcPts val="0"/>
              </a:spcBef>
              <a:spcAft>
                <a:spcPts val="0"/>
              </a:spcAft>
              <a:buSzPts val="1800"/>
              <a:buChar char="•"/>
            </a:pPr>
            <a:r>
              <a:rPr lang="fr-FR" dirty="0"/>
              <a:t>Le fichier "donnees_communes.xlsx" contient des données textuelles pour les noms de communes, ainsi que des données numériques pour les codes géographiques (régions, départements, communes) et des informations démographiques comme les populations totales et municipales.</a:t>
            </a:r>
          </a:p>
          <a:p>
            <a:pPr marL="177800" lvl="0" indent="-177800" algn="l" rtl="0">
              <a:lnSpc>
                <a:spcPct val="90000"/>
              </a:lnSpc>
              <a:spcBef>
                <a:spcPts val="0"/>
              </a:spcBef>
              <a:spcAft>
                <a:spcPts val="0"/>
              </a:spcAft>
              <a:buSzPts val="1800"/>
              <a:buChar char="•"/>
            </a:pPr>
            <a:endParaRPr lang="fr-FR" dirty="0"/>
          </a:p>
          <a:p>
            <a:pPr marL="177800" lvl="0" indent="-177800" algn="l" rtl="0">
              <a:lnSpc>
                <a:spcPct val="90000"/>
              </a:lnSpc>
              <a:spcBef>
                <a:spcPts val="0"/>
              </a:spcBef>
              <a:spcAft>
                <a:spcPts val="0"/>
              </a:spcAft>
              <a:buSzPts val="1800"/>
              <a:buChar char="•"/>
            </a:pPr>
            <a:r>
              <a:rPr lang="fr-FR" dirty="0"/>
              <a:t>Le fichier "fr-esr-referentiel-geographique.xlsx" utilise également des données textuelles pour les noms de régions, départements et communes, des données numériques pour les codes géographiques, des dates pour les mutations administratives, et des noms d'acquéreurs sous forme de texte.</a:t>
            </a:r>
          </a:p>
          <a:p>
            <a:pPr marL="177800" lvl="0" indent="-177800" algn="l" rtl="0">
              <a:lnSpc>
                <a:spcPct val="90000"/>
              </a:lnSpc>
              <a:spcBef>
                <a:spcPts val="0"/>
              </a:spcBef>
              <a:spcAft>
                <a:spcPts val="0"/>
              </a:spcAft>
              <a:buSzPts val="1800"/>
              <a:buChar char="•"/>
            </a:pPr>
            <a:endParaRPr lang="fr-FR" dirty="0"/>
          </a:p>
          <a:p>
            <a:pPr marL="177800" lvl="0" indent="-177800" algn="l" rtl="0">
              <a:lnSpc>
                <a:spcPct val="90000"/>
              </a:lnSpc>
              <a:spcBef>
                <a:spcPts val="0"/>
              </a:spcBef>
              <a:spcAft>
                <a:spcPts val="0"/>
              </a:spcAft>
              <a:buSzPts val="1800"/>
              <a:buChar char="•"/>
            </a:pPr>
            <a:r>
              <a:rPr lang="fr-FR" dirty="0"/>
              <a:t>Enfin, le fichier "Valeurs-foncières.xlsx" contient des données textuelles pour les noms des acquéreurs et la nature des biens immobiliers, des données numériques pour les prix de vente, les superficies et le nombre de pièces, ainsi que des dates pour les transactions immobilières.</a:t>
            </a:r>
          </a:p>
        </p:txBody>
      </p:sp>
      <p:sp>
        <p:nvSpPr>
          <p:cNvPr id="287" name="Google Shape;287;p36"/>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288" name="Google Shape;288;p36"/>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4</a:t>
            </a:fld>
            <a:endParaRPr sz="900" b="0" i="0" u="none" strike="noStrike" cap="none">
              <a:solidFill>
                <a:srgbClr val="9E9E9E"/>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7"/>
          <p:cNvSpPr txBox="1">
            <a:spLocks noGrp="1"/>
          </p:cNvSpPr>
          <p:nvPr>
            <p:ph type="title"/>
          </p:nvPr>
        </p:nvSpPr>
        <p:spPr>
          <a:xfrm>
            <a:off x="390523" y="0"/>
            <a:ext cx="7606676"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b="0" dirty="0"/>
              <a:t>L’extrait du dictionnaire des données</a:t>
            </a:r>
            <a:endParaRPr b="0" dirty="0"/>
          </a:p>
        </p:txBody>
      </p:sp>
      <p:sp>
        <p:nvSpPr>
          <p:cNvPr id="295" name="Google Shape;295;p37"/>
          <p:cNvSpPr txBox="1">
            <a:spLocks noGrp="1"/>
          </p:cNvSpPr>
          <p:nvPr>
            <p:ph type="body" idx="2"/>
          </p:nvPr>
        </p:nvSpPr>
        <p:spPr>
          <a:xfrm>
            <a:off x="390523" y="1552755"/>
            <a:ext cx="6978592" cy="3035914"/>
          </a:xfrm>
          <a:prstGeom prst="rect">
            <a:avLst/>
          </a:prstGeom>
          <a:noFill/>
          <a:ln>
            <a:noFill/>
          </a:ln>
        </p:spPr>
        <p:txBody>
          <a:bodyPr spcFirstLastPara="1" wrap="square" lIns="68575" tIns="34275" rIns="68575" bIns="34275" anchor="t" anchorCtr="0">
            <a:normAutofit/>
          </a:bodyPr>
          <a:lstStyle/>
          <a:p>
            <a:pPr marL="177800" lvl="0" indent="-177800" algn="l" rtl="0">
              <a:lnSpc>
                <a:spcPct val="90000"/>
              </a:lnSpc>
              <a:spcBef>
                <a:spcPts val="0"/>
              </a:spcBef>
              <a:spcAft>
                <a:spcPts val="0"/>
              </a:spcAft>
              <a:buSzPts val="1800"/>
              <a:buChar char="•"/>
            </a:pPr>
            <a:r>
              <a:rPr lang="fr"/>
              <a:t>Lorem ipsum</a:t>
            </a:r>
            <a:endParaRPr/>
          </a:p>
        </p:txBody>
      </p:sp>
      <p:sp>
        <p:nvSpPr>
          <p:cNvPr id="296" name="Google Shape;296;p37"/>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297" name="Google Shape;297;p37"/>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5</a:t>
            </a:fld>
            <a:endParaRPr sz="900" b="0" i="0" u="none" strike="noStrike" cap="none">
              <a:solidFill>
                <a:srgbClr val="9E9E9E"/>
              </a:solidFill>
              <a:latin typeface="Calibri"/>
              <a:ea typeface="Calibri"/>
              <a:cs typeface="Calibri"/>
              <a:sym typeface="Calibri"/>
            </a:endParaRPr>
          </a:p>
        </p:txBody>
      </p:sp>
      <p:pic>
        <p:nvPicPr>
          <p:cNvPr id="3" name="Image 2">
            <a:extLst>
              <a:ext uri="{FF2B5EF4-FFF2-40B4-BE49-F238E27FC236}">
                <a16:creationId xmlns:a16="http://schemas.microsoft.com/office/drawing/2014/main" id="{C18A86DC-3358-F810-7743-1009FD06D385}"/>
              </a:ext>
            </a:extLst>
          </p:cNvPr>
          <p:cNvPicPr>
            <a:picLocks noChangeAspect="1"/>
          </p:cNvPicPr>
          <p:nvPr/>
        </p:nvPicPr>
        <p:blipFill>
          <a:blip r:embed="rId3"/>
          <a:stretch>
            <a:fillRect/>
          </a:stretch>
        </p:blipFill>
        <p:spPr>
          <a:xfrm>
            <a:off x="0" y="2901450"/>
            <a:ext cx="9144000" cy="1055312"/>
          </a:xfrm>
          <a:prstGeom prst="rect">
            <a:avLst/>
          </a:prstGeom>
        </p:spPr>
      </p:pic>
      <p:pic>
        <p:nvPicPr>
          <p:cNvPr id="7" name="Image 6">
            <a:extLst>
              <a:ext uri="{FF2B5EF4-FFF2-40B4-BE49-F238E27FC236}">
                <a16:creationId xmlns:a16="http://schemas.microsoft.com/office/drawing/2014/main" id="{86767C05-3211-D0B6-1C23-2B929A897EE1}"/>
              </a:ext>
            </a:extLst>
          </p:cNvPr>
          <p:cNvPicPr>
            <a:picLocks noChangeAspect="1"/>
          </p:cNvPicPr>
          <p:nvPr/>
        </p:nvPicPr>
        <p:blipFill>
          <a:blip r:embed="rId4"/>
          <a:stretch>
            <a:fillRect/>
          </a:stretch>
        </p:blipFill>
        <p:spPr>
          <a:xfrm>
            <a:off x="0" y="1119399"/>
            <a:ext cx="9144000" cy="12621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3">
          <a:extLst>
            <a:ext uri="{FF2B5EF4-FFF2-40B4-BE49-F238E27FC236}">
              <a16:creationId xmlns:a16="http://schemas.microsoft.com/office/drawing/2014/main" id="{DA14220B-BC11-A8CD-C739-9808D6C1D645}"/>
            </a:ext>
          </a:extLst>
        </p:cNvPr>
        <p:cNvGrpSpPr/>
        <p:nvPr/>
      </p:nvGrpSpPr>
      <p:grpSpPr>
        <a:xfrm>
          <a:off x="0" y="0"/>
          <a:ext cx="0" cy="0"/>
          <a:chOff x="0" y="0"/>
          <a:chExt cx="0" cy="0"/>
        </a:xfrm>
      </p:grpSpPr>
      <p:sp>
        <p:nvSpPr>
          <p:cNvPr id="294" name="Google Shape;294;p37">
            <a:extLst>
              <a:ext uri="{FF2B5EF4-FFF2-40B4-BE49-F238E27FC236}">
                <a16:creationId xmlns:a16="http://schemas.microsoft.com/office/drawing/2014/main" id="{5BE3CDD1-5D24-AAC0-63DE-8C05FF802B8D}"/>
              </a:ext>
            </a:extLst>
          </p:cNvPr>
          <p:cNvSpPr txBox="1">
            <a:spLocks noGrp="1"/>
          </p:cNvSpPr>
          <p:nvPr>
            <p:ph type="title"/>
          </p:nvPr>
        </p:nvSpPr>
        <p:spPr>
          <a:xfrm>
            <a:off x="390523" y="0"/>
            <a:ext cx="7606676"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b="0" dirty="0"/>
              <a:t>L’extrait du dictionnaire des données</a:t>
            </a:r>
            <a:endParaRPr b="0" dirty="0"/>
          </a:p>
        </p:txBody>
      </p:sp>
      <p:sp>
        <p:nvSpPr>
          <p:cNvPr id="295" name="Google Shape;295;p37">
            <a:extLst>
              <a:ext uri="{FF2B5EF4-FFF2-40B4-BE49-F238E27FC236}">
                <a16:creationId xmlns:a16="http://schemas.microsoft.com/office/drawing/2014/main" id="{A80F42E8-9983-007F-8BFF-A919EC71F8C1}"/>
              </a:ext>
            </a:extLst>
          </p:cNvPr>
          <p:cNvSpPr txBox="1">
            <a:spLocks noGrp="1"/>
          </p:cNvSpPr>
          <p:nvPr>
            <p:ph type="body" idx="2"/>
          </p:nvPr>
        </p:nvSpPr>
        <p:spPr>
          <a:xfrm>
            <a:off x="390523" y="1552755"/>
            <a:ext cx="6978592" cy="3035914"/>
          </a:xfrm>
          <a:prstGeom prst="rect">
            <a:avLst/>
          </a:prstGeom>
          <a:noFill/>
          <a:ln>
            <a:noFill/>
          </a:ln>
        </p:spPr>
        <p:txBody>
          <a:bodyPr spcFirstLastPara="1" wrap="square" lIns="68575" tIns="34275" rIns="68575" bIns="34275" anchor="t" anchorCtr="0">
            <a:normAutofit/>
          </a:bodyPr>
          <a:lstStyle/>
          <a:p>
            <a:pPr marL="177800" lvl="0" indent="-177800" algn="l" rtl="0">
              <a:lnSpc>
                <a:spcPct val="90000"/>
              </a:lnSpc>
              <a:spcBef>
                <a:spcPts val="0"/>
              </a:spcBef>
              <a:spcAft>
                <a:spcPts val="0"/>
              </a:spcAft>
              <a:buSzPts val="1800"/>
              <a:buChar char="•"/>
            </a:pPr>
            <a:r>
              <a:rPr lang="fr"/>
              <a:t>Lorem ipsum</a:t>
            </a:r>
            <a:endParaRPr/>
          </a:p>
        </p:txBody>
      </p:sp>
      <p:sp>
        <p:nvSpPr>
          <p:cNvPr id="296" name="Google Shape;296;p37">
            <a:extLst>
              <a:ext uri="{FF2B5EF4-FFF2-40B4-BE49-F238E27FC236}">
                <a16:creationId xmlns:a16="http://schemas.microsoft.com/office/drawing/2014/main" id="{CFF2A325-8E77-1E8F-66F6-C72BF35D0ED8}"/>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297" name="Google Shape;297;p37">
            <a:extLst>
              <a:ext uri="{FF2B5EF4-FFF2-40B4-BE49-F238E27FC236}">
                <a16:creationId xmlns:a16="http://schemas.microsoft.com/office/drawing/2014/main" id="{A4BEF47A-428C-0E5F-DD64-E335C4A05E4E}"/>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6</a:t>
            </a:fld>
            <a:endParaRPr sz="900" b="0" i="0" u="none" strike="noStrike" cap="none">
              <a:solidFill>
                <a:srgbClr val="9E9E9E"/>
              </a:solidFill>
              <a:latin typeface="Calibri"/>
              <a:ea typeface="Calibri"/>
              <a:cs typeface="Calibri"/>
              <a:sym typeface="Calibri"/>
            </a:endParaRPr>
          </a:p>
        </p:txBody>
      </p:sp>
      <p:pic>
        <p:nvPicPr>
          <p:cNvPr id="5" name="Image 4">
            <a:extLst>
              <a:ext uri="{FF2B5EF4-FFF2-40B4-BE49-F238E27FC236}">
                <a16:creationId xmlns:a16="http://schemas.microsoft.com/office/drawing/2014/main" id="{D1E8A589-CFD6-A37E-8ECB-A03390AB5E53}"/>
              </a:ext>
            </a:extLst>
          </p:cNvPr>
          <p:cNvPicPr>
            <a:picLocks noChangeAspect="1"/>
          </p:cNvPicPr>
          <p:nvPr/>
        </p:nvPicPr>
        <p:blipFill>
          <a:blip r:embed="rId3"/>
          <a:stretch>
            <a:fillRect/>
          </a:stretch>
        </p:blipFill>
        <p:spPr>
          <a:xfrm>
            <a:off x="0" y="860977"/>
            <a:ext cx="9144000" cy="2257778"/>
          </a:xfrm>
          <a:prstGeom prst="rect">
            <a:avLst/>
          </a:prstGeom>
        </p:spPr>
      </p:pic>
      <p:pic>
        <p:nvPicPr>
          <p:cNvPr id="9" name="Image 8">
            <a:extLst>
              <a:ext uri="{FF2B5EF4-FFF2-40B4-BE49-F238E27FC236}">
                <a16:creationId xmlns:a16="http://schemas.microsoft.com/office/drawing/2014/main" id="{B7C1889D-B063-AFF0-0064-BFB37E313B3E}"/>
              </a:ext>
            </a:extLst>
          </p:cNvPr>
          <p:cNvPicPr>
            <a:picLocks noChangeAspect="1"/>
          </p:cNvPicPr>
          <p:nvPr/>
        </p:nvPicPr>
        <p:blipFill>
          <a:blip r:embed="rId4"/>
          <a:stretch>
            <a:fillRect/>
          </a:stretch>
        </p:blipFill>
        <p:spPr>
          <a:xfrm>
            <a:off x="0" y="2940661"/>
            <a:ext cx="9144000" cy="2202839"/>
          </a:xfrm>
          <a:prstGeom prst="rect">
            <a:avLst/>
          </a:prstGeom>
        </p:spPr>
      </p:pic>
    </p:spTree>
    <p:extLst>
      <p:ext uri="{BB962C8B-B14F-4D97-AF65-F5344CB8AC3E}">
        <p14:creationId xmlns:p14="http://schemas.microsoft.com/office/powerpoint/2010/main" val="2847937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8"/>
          <p:cNvSpPr txBox="1">
            <a:spLocks noGrp="1"/>
          </p:cNvSpPr>
          <p:nvPr>
            <p:ph type="title"/>
          </p:nvPr>
        </p:nvSpPr>
        <p:spPr>
          <a:xfrm>
            <a:off x="389008" y="156771"/>
            <a:ext cx="7415290"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ct val="100000"/>
              <a:buFont typeface="Calibri"/>
              <a:buNone/>
            </a:pPr>
            <a:r>
              <a:rPr lang="fr" b="0" dirty="0"/>
              <a:t>Le schéma relationnel normalisé</a:t>
            </a:r>
            <a:endParaRPr b="0" dirty="0"/>
          </a:p>
        </p:txBody>
      </p:sp>
      <p:sp>
        <p:nvSpPr>
          <p:cNvPr id="305" name="Google Shape;305;p38"/>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306" name="Google Shape;306;p38"/>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7</a:t>
            </a:fld>
            <a:endParaRPr sz="900" b="0" i="0" u="none" strike="noStrike" cap="none">
              <a:solidFill>
                <a:srgbClr val="9E9E9E"/>
              </a:solidFill>
              <a:latin typeface="Calibri"/>
              <a:ea typeface="Calibri"/>
              <a:cs typeface="Calibri"/>
              <a:sym typeface="Calibri"/>
            </a:endParaRPr>
          </a:p>
        </p:txBody>
      </p:sp>
      <p:pic>
        <p:nvPicPr>
          <p:cNvPr id="3" name="Image 2">
            <a:extLst>
              <a:ext uri="{FF2B5EF4-FFF2-40B4-BE49-F238E27FC236}">
                <a16:creationId xmlns:a16="http://schemas.microsoft.com/office/drawing/2014/main" id="{63CC8EF3-C2A1-5216-374D-390D29A34DCC}"/>
              </a:ext>
            </a:extLst>
          </p:cNvPr>
          <p:cNvPicPr>
            <a:picLocks noChangeAspect="1"/>
          </p:cNvPicPr>
          <p:nvPr/>
        </p:nvPicPr>
        <p:blipFill>
          <a:blip r:embed="rId3"/>
          <a:stretch>
            <a:fillRect/>
          </a:stretch>
        </p:blipFill>
        <p:spPr>
          <a:xfrm>
            <a:off x="1144772" y="1187025"/>
            <a:ext cx="6599274" cy="341096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9"/>
          <p:cNvSpPr txBox="1">
            <a:spLocks noGrp="1"/>
          </p:cNvSpPr>
          <p:nvPr>
            <p:ph type="title"/>
          </p:nvPr>
        </p:nvSpPr>
        <p:spPr>
          <a:xfrm>
            <a:off x="390523" y="0"/>
            <a:ext cx="8251718" cy="439141"/>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ct val="100000"/>
              <a:buFont typeface="Calibri"/>
              <a:buNone/>
            </a:pPr>
            <a:r>
              <a:rPr lang="fr" sz="2400" b="0" dirty="0"/>
              <a:t>La base de données avec les tables créées et les données chargées</a:t>
            </a:r>
            <a:endParaRPr sz="2400" b="0" dirty="0"/>
          </a:p>
        </p:txBody>
      </p:sp>
      <p:sp>
        <p:nvSpPr>
          <p:cNvPr id="313" name="Google Shape;313;p39"/>
          <p:cNvSpPr txBox="1">
            <a:spLocks noGrp="1"/>
          </p:cNvSpPr>
          <p:nvPr>
            <p:ph type="body" idx="2"/>
          </p:nvPr>
        </p:nvSpPr>
        <p:spPr>
          <a:xfrm>
            <a:off x="390523" y="1552755"/>
            <a:ext cx="6978592" cy="3035914"/>
          </a:xfrm>
          <a:prstGeom prst="rect">
            <a:avLst/>
          </a:prstGeom>
          <a:noFill/>
          <a:ln>
            <a:noFill/>
          </a:ln>
        </p:spPr>
        <p:txBody>
          <a:bodyPr spcFirstLastPara="1" wrap="square" lIns="68575" tIns="34275" rIns="68575" bIns="34275" anchor="t" anchorCtr="0">
            <a:normAutofit/>
          </a:bodyPr>
          <a:lstStyle/>
          <a:p>
            <a:pPr marL="177800" lvl="0" indent="-177800" algn="l" rtl="0">
              <a:lnSpc>
                <a:spcPct val="90000"/>
              </a:lnSpc>
              <a:spcBef>
                <a:spcPts val="0"/>
              </a:spcBef>
              <a:spcAft>
                <a:spcPts val="0"/>
              </a:spcAft>
              <a:buSzPts val="1800"/>
              <a:buChar char="•"/>
            </a:pPr>
            <a:r>
              <a:rPr lang="fr"/>
              <a:t>Lorem ipsum</a:t>
            </a:r>
            <a:endParaRPr/>
          </a:p>
        </p:txBody>
      </p:sp>
      <p:sp>
        <p:nvSpPr>
          <p:cNvPr id="314" name="Google Shape;314;p39"/>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315" name="Google Shape;315;p39"/>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8</a:t>
            </a:fld>
            <a:endParaRPr sz="900" b="0" i="0" u="none" strike="noStrike" cap="none">
              <a:solidFill>
                <a:srgbClr val="9E9E9E"/>
              </a:solidFill>
              <a:latin typeface="Calibri"/>
              <a:ea typeface="Calibri"/>
              <a:cs typeface="Calibri"/>
              <a:sym typeface="Calibri"/>
            </a:endParaRPr>
          </a:p>
        </p:txBody>
      </p:sp>
      <p:pic>
        <p:nvPicPr>
          <p:cNvPr id="5" name="Image 4">
            <a:extLst>
              <a:ext uri="{FF2B5EF4-FFF2-40B4-BE49-F238E27FC236}">
                <a16:creationId xmlns:a16="http://schemas.microsoft.com/office/drawing/2014/main" id="{9AD26ACB-B835-59B1-95F8-B0BDEC600D65}"/>
              </a:ext>
            </a:extLst>
          </p:cNvPr>
          <p:cNvPicPr>
            <a:picLocks noChangeAspect="1"/>
          </p:cNvPicPr>
          <p:nvPr/>
        </p:nvPicPr>
        <p:blipFill>
          <a:blip r:embed="rId3"/>
          <a:stretch>
            <a:fillRect/>
          </a:stretch>
        </p:blipFill>
        <p:spPr>
          <a:xfrm>
            <a:off x="390523" y="439141"/>
            <a:ext cx="7578985" cy="46019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1">
          <a:extLst>
            <a:ext uri="{FF2B5EF4-FFF2-40B4-BE49-F238E27FC236}">
              <a16:creationId xmlns:a16="http://schemas.microsoft.com/office/drawing/2014/main" id="{FFF2B5D6-97D6-E902-FFA1-E021D57BF2FF}"/>
            </a:ext>
          </a:extLst>
        </p:cNvPr>
        <p:cNvGrpSpPr/>
        <p:nvPr/>
      </p:nvGrpSpPr>
      <p:grpSpPr>
        <a:xfrm>
          <a:off x="0" y="0"/>
          <a:ext cx="0" cy="0"/>
          <a:chOff x="0" y="0"/>
          <a:chExt cx="0" cy="0"/>
        </a:xfrm>
      </p:grpSpPr>
      <p:sp>
        <p:nvSpPr>
          <p:cNvPr id="312" name="Google Shape;312;p39">
            <a:extLst>
              <a:ext uri="{FF2B5EF4-FFF2-40B4-BE49-F238E27FC236}">
                <a16:creationId xmlns:a16="http://schemas.microsoft.com/office/drawing/2014/main" id="{02D1FD4F-EEAA-EB18-75FF-1F358E573F0B}"/>
              </a:ext>
            </a:extLst>
          </p:cNvPr>
          <p:cNvSpPr txBox="1">
            <a:spLocks noGrp="1"/>
          </p:cNvSpPr>
          <p:nvPr>
            <p:ph type="title"/>
          </p:nvPr>
        </p:nvSpPr>
        <p:spPr>
          <a:xfrm>
            <a:off x="390523" y="0"/>
            <a:ext cx="8251718" cy="439141"/>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ct val="100000"/>
              <a:buFont typeface="Calibri"/>
              <a:buNone/>
            </a:pPr>
            <a:r>
              <a:rPr lang="fr" sz="2400" b="0" dirty="0"/>
              <a:t>La base de données avec les tables créées et les données chargées</a:t>
            </a:r>
            <a:endParaRPr sz="2400" b="0" dirty="0"/>
          </a:p>
        </p:txBody>
      </p:sp>
      <p:sp>
        <p:nvSpPr>
          <p:cNvPr id="313" name="Google Shape;313;p39">
            <a:extLst>
              <a:ext uri="{FF2B5EF4-FFF2-40B4-BE49-F238E27FC236}">
                <a16:creationId xmlns:a16="http://schemas.microsoft.com/office/drawing/2014/main" id="{5039B037-D07D-C769-23A2-7EC8AE9E0302}"/>
              </a:ext>
            </a:extLst>
          </p:cNvPr>
          <p:cNvSpPr txBox="1">
            <a:spLocks noGrp="1"/>
          </p:cNvSpPr>
          <p:nvPr>
            <p:ph type="body" idx="2"/>
          </p:nvPr>
        </p:nvSpPr>
        <p:spPr>
          <a:xfrm>
            <a:off x="390523" y="1552755"/>
            <a:ext cx="6978592" cy="3035914"/>
          </a:xfrm>
          <a:prstGeom prst="rect">
            <a:avLst/>
          </a:prstGeom>
          <a:noFill/>
          <a:ln>
            <a:noFill/>
          </a:ln>
        </p:spPr>
        <p:txBody>
          <a:bodyPr spcFirstLastPara="1" wrap="square" lIns="68575" tIns="34275" rIns="68575" bIns="34275" anchor="t" anchorCtr="0">
            <a:normAutofit/>
          </a:bodyPr>
          <a:lstStyle/>
          <a:p>
            <a:pPr marL="177800" lvl="0" indent="-177800" algn="l" rtl="0">
              <a:lnSpc>
                <a:spcPct val="90000"/>
              </a:lnSpc>
              <a:spcBef>
                <a:spcPts val="0"/>
              </a:spcBef>
              <a:spcAft>
                <a:spcPts val="0"/>
              </a:spcAft>
              <a:buSzPts val="1800"/>
              <a:buChar char="•"/>
            </a:pPr>
            <a:r>
              <a:rPr lang="fr"/>
              <a:t>Lorem ipsum</a:t>
            </a:r>
            <a:endParaRPr/>
          </a:p>
        </p:txBody>
      </p:sp>
      <p:sp>
        <p:nvSpPr>
          <p:cNvPr id="314" name="Google Shape;314;p39">
            <a:extLst>
              <a:ext uri="{FF2B5EF4-FFF2-40B4-BE49-F238E27FC236}">
                <a16:creationId xmlns:a16="http://schemas.microsoft.com/office/drawing/2014/main" id="{380982DC-7022-B5DE-CFFD-AED94331A73A}"/>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315" name="Google Shape;315;p39">
            <a:extLst>
              <a:ext uri="{FF2B5EF4-FFF2-40B4-BE49-F238E27FC236}">
                <a16:creationId xmlns:a16="http://schemas.microsoft.com/office/drawing/2014/main" id="{F6CF6C51-DB70-106D-5059-706E77877EA3}"/>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9</a:t>
            </a:fld>
            <a:endParaRPr sz="900" b="0" i="0" u="none" strike="noStrike" cap="none">
              <a:solidFill>
                <a:srgbClr val="9E9E9E"/>
              </a:solidFill>
              <a:latin typeface="Calibri"/>
              <a:ea typeface="Calibri"/>
              <a:cs typeface="Calibri"/>
              <a:sym typeface="Calibri"/>
            </a:endParaRPr>
          </a:p>
        </p:txBody>
      </p:sp>
      <p:pic>
        <p:nvPicPr>
          <p:cNvPr id="3" name="Image 2">
            <a:extLst>
              <a:ext uri="{FF2B5EF4-FFF2-40B4-BE49-F238E27FC236}">
                <a16:creationId xmlns:a16="http://schemas.microsoft.com/office/drawing/2014/main" id="{295AE141-1F53-7D3D-72FB-2B0EC3546F13}"/>
              </a:ext>
            </a:extLst>
          </p:cNvPr>
          <p:cNvPicPr>
            <a:picLocks noChangeAspect="1"/>
          </p:cNvPicPr>
          <p:nvPr/>
        </p:nvPicPr>
        <p:blipFill>
          <a:blip r:embed="rId3"/>
          <a:stretch>
            <a:fillRect/>
          </a:stretch>
        </p:blipFill>
        <p:spPr>
          <a:xfrm>
            <a:off x="390523" y="554831"/>
            <a:ext cx="7485182" cy="4291541"/>
          </a:xfrm>
          <a:prstGeom prst="rect">
            <a:avLst/>
          </a:prstGeom>
        </p:spPr>
      </p:pic>
      <p:pic>
        <p:nvPicPr>
          <p:cNvPr id="4" name="Image 3">
            <a:extLst>
              <a:ext uri="{FF2B5EF4-FFF2-40B4-BE49-F238E27FC236}">
                <a16:creationId xmlns:a16="http://schemas.microsoft.com/office/drawing/2014/main" id="{7A640DCB-87F3-3126-5904-469868E213D7}"/>
              </a:ext>
            </a:extLst>
          </p:cNvPr>
          <p:cNvPicPr>
            <a:picLocks noChangeAspect="1"/>
          </p:cNvPicPr>
          <p:nvPr/>
        </p:nvPicPr>
        <p:blipFill>
          <a:blip r:embed="rId4"/>
          <a:stretch>
            <a:fillRect/>
          </a:stretch>
        </p:blipFill>
        <p:spPr>
          <a:xfrm>
            <a:off x="6962500" y="3601703"/>
            <a:ext cx="1952898" cy="943107"/>
          </a:xfrm>
          <a:prstGeom prst="rect">
            <a:avLst/>
          </a:prstGeom>
        </p:spPr>
      </p:pic>
    </p:spTree>
    <p:extLst>
      <p:ext uri="{BB962C8B-B14F-4D97-AF65-F5344CB8AC3E}">
        <p14:creationId xmlns:p14="http://schemas.microsoft.com/office/powerpoint/2010/main" val="436004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0"/>
          <p:cNvSpPr txBox="1">
            <a:spLocks noGrp="1"/>
          </p:cNvSpPr>
          <p:nvPr>
            <p:ph type="title"/>
          </p:nvPr>
        </p:nvSpPr>
        <p:spPr>
          <a:xfrm>
            <a:off x="389008" y="156771"/>
            <a:ext cx="8145392" cy="860977"/>
          </a:xfrm>
          <a:prstGeom prst="rect">
            <a:avLst/>
          </a:prstGeom>
          <a:noFill/>
          <a:ln>
            <a:noFill/>
          </a:ln>
        </p:spPr>
        <p:txBody>
          <a:bodyPr spcFirstLastPara="1" wrap="square" lIns="68575" tIns="34275" rIns="68575" bIns="0" anchor="b" anchorCtr="0">
            <a:noAutofit/>
          </a:bodyPr>
          <a:lstStyle/>
          <a:p>
            <a:pPr marL="0" lvl="0" indent="0" algn="l" rtl="0">
              <a:lnSpc>
                <a:spcPct val="90000"/>
              </a:lnSpc>
              <a:spcBef>
                <a:spcPts val="0"/>
              </a:spcBef>
              <a:spcAft>
                <a:spcPts val="0"/>
              </a:spcAft>
              <a:buClr>
                <a:schemeClr val="accent1"/>
              </a:buClr>
              <a:buSzPts val="2400"/>
              <a:buFont typeface="Calibri"/>
              <a:buNone/>
            </a:pPr>
            <a:r>
              <a:rPr lang="fr" sz="2400" b="0" dirty="0"/>
              <a:t>Les requêtes ou screenshot qui permettent de démontrer le bon chargement des données</a:t>
            </a:r>
            <a:endParaRPr sz="2400" b="0" dirty="0"/>
          </a:p>
        </p:txBody>
      </p:sp>
      <p:sp>
        <p:nvSpPr>
          <p:cNvPr id="323" name="Google Shape;323;p40"/>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324" name="Google Shape;324;p40"/>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10</a:t>
            </a:fld>
            <a:endParaRPr sz="900" b="0" i="0" u="none" strike="noStrike" cap="none">
              <a:solidFill>
                <a:srgbClr val="9E9E9E"/>
              </a:solidFill>
              <a:latin typeface="Calibri"/>
              <a:ea typeface="Calibri"/>
              <a:cs typeface="Calibri"/>
              <a:sym typeface="Calibri"/>
            </a:endParaRPr>
          </a:p>
        </p:txBody>
      </p:sp>
      <p:pic>
        <p:nvPicPr>
          <p:cNvPr id="5" name="Image 4">
            <a:extLst>
              <a:ext uri="{FF2B5EF4-FFF2-40B4-BE49-F238E27FC236}">
                <a16:creationId xmlns:a16="http://schemas.microsoft.com/office/drawing/2014/main" id="{0C7629AF-CA89-F7DF-4D64-603E8D93D32C}"/>
              </a:ext>
            </a:extLst>
          </p:cNvPr>
          <p:cNvPicPr>
            <a:picLocks noChangeAspect="1"/>
          </p:cNvPicPr>
          <p:nvPr/>
        </p:nvPicPr>
        <p:blipFill>
          <a:blip r:embed="rId3"/>
          <a:stretch>
            <a:fillRect/>
          </a:stretch>
        </p:blipFill>
        <p:spPr>
          <a:xfrm>
            <a:off x="334964" y="1134140"/>
            <a:ext cx="8474071" cy="341393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B571E849-F332-8C64-55B7-FF05E4D1361B}"/>
            </a:ext>
          </a:extLst>
        </p:cNvPr>
        <p:cNvGrpSpPr/>
        <p:nvPr/>
      </p:nvGrpSpPr>
      <p:grpSpPr>
        <a:xfrm>
          <a:off x="0" y="0"/>
          <a:ext cx="0" cy="0"/>
          <a:chOff x="0" y="0"/>
          <a:chExt cx="0" cy="0"/>
        </a:xfrm>
      </p:grpSpPr>
      <p:sp>
        <p:nvSpPr>
          <p:cNvPr id="321" name="Google Shape;321;p40">
            <a:extLst>
              <a:ext uri="{FF2B5EF4-FFF2-40B4-BE49-F238E27FC236}">
                <a16:creationId xmlns:a16="http://schemas.microsoft.com/office/drawing/2014/main" id="{5EB896FB-EBCC-5DAA-C1D3-877510C4C266}"/>
              </a:ext>
            </a:extLst>
          </p:cNvPr>
          <p:cNvSpPr txBox="1">
            <a:spLocks noGrp="1"/>
          </p:cNvSpPr>
          <p:nvPr>
            <p:ph type="title"/>
          </p:nvPr>
        </p:nvSpPr>
        <p:spPr>
          <a:xfrm>
            <a:off x="389008" y="156771"/>
            <a:ext cx="8145392" cy="860977"/>
          </a:xfrm>
          <a:prstGeom prst="rect">
            <a:avLst/>
          </a:prstGeom>
          <a:noFill/>
          <a:ln>
            <a:noFill/>
          </a:ln>
        </p:spPr>
        <p:txBody>
          <a:bodyPr spcFirstLastPara="1" wrap="square" lIns="68575" tIns="34275" rIns="68575" bIns="0" anchor="b" anchorCtr="0">
            <a:noAutofit/>
          </a:bodyPr>
          <a:lstStyle/>
          <a:p>
            <a:pPr marL="0" lvl="0" indent="0" algn="l" rtl="0">
              <a:lnSpc>
                <a:spcPct val="90000"/>
              </a:lnSpc>
              <a:spcBef>
                <a:spcPts val="0"/>
              </a:spcBef>
              <a:spcAft>
                <a:spcPts val="0"/>
              </a:spcAft>
              <a:buClr>
                <a:schemeClr val="accent1"/>
              </a:buClr>
              <a:buSzPts val="2400"/>
              <a:buFont typeface="Calibri"/>
              <a:buNone/>
            </a:pPr>
            <a:r>
              <a:rPr lang="fr" sz="2400" b="0" dirty="0"/>
              <a:t>Les requêtes ou screenshot qui permettent de démontrer le bon chargement des données</a:t>
            </a:r>
            <a:endParaRPr sz="2400" b="0" dirty="0"/>
          </a:p>
        </p:txBody>
      </p:sp>
      <p:sp>
        <p:nvSpPr>
          <p:cNvPr id="323" name="Google Shape;323;p40">
            <a:extLst>
              <a:ext uri="{FF2B5EF4-FFF2-40B4-BE49-F238E27FC236}">
                <a16:creationId xmlns:a16="http://schemas.microsoft.com/office/drawing/2014/main" id="{5657A68A-9E94-B690-F6FD-0CC77279217F}"/>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324" name="Google Shape;324;p40">
            <a:extLst>
              <a:ext uri="{FF2B5EF4-FFF2-40B4-BE49-F238E27FC236}">
                <a16:creationId xmlns:a16="http://schemas.microsoft.com/office/drawing/2014/main" id="{2EB9F618-82AC-03F6-EE3A-22449B4929D8}"/>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11</a:t>
            </a:fld>
            <a:endParaRPr sz="900" b="0" i="0" u="none" strike="noStrike" cap="none">
              <a:solidFill>
                <a:srgbClr val="9E9E9E"/>
              </a:solidFill>
              <a:latin typeface="Calibri"/>
              <a:ea typeface="Calibri"/>
              <a:cs typeface="Calibri"/>
              <a:sym typeface="Calibri"/>
            </a:endParaRPr>
          </a:p>
        </p:txBody>
      </p:sp>
      <p:pic>
        <p:nvPicPr>
          <p:cNvPr id="7" name="Image 6">
            <a:extLst>
              <a:ext uri="{FF2B5EF4-FFF2-40B4-BE49-F238E27FC236}">
                <a16:creationId xmlns:a16="http://schemas.microsoft.com/office/drawing/2014/main" id="{83BAA1A4-560B-1ED3-064F-CB9FD3161D63}"/>
              </a:ext>
            </a:extLst>
          </p:cNvPr>
          <p:cNvPicPr>
            <a:picLocks noChangeAspect="1"/>
          </p:cNvPicPr>
          <p:nvPr/>
        </p:nvPicPr>
        <p:blipFill>
          <a:blip r:embed="rId3"/>
          <a:stretch>
            <a:fillRect/>
          </a:stretch>
        </p:blipFill>
        <p:spPr>
          <a:xfrm>
            <a:off x="279226" y="1197935"/>
            <a:ext cx="8364956" cy="3066607"/>
          </a:xfrm>
          <a:prstGeom prst="rect">
            <a:avLst/>
          </a:prstGeom>
        </p:spPr>
      </p:pic>
    </p:spTree>
    <p:extLst>
      <p:ext uri="{BB962C8B-B14F-4D97-AF65-F5344CB8AC3E}">
        <p14:creationId xmlns:p14="http://schemas.microsoft.com/office/powerpoint/2010/main" val="373834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275203A9-6A0D-7EE6-526B-35DA51E0392E}"/>
            </a:ext>
          </a:extLst>
        </p:cNvPr>
        <p:cNvGrpSpPr/>
        <p:nvPr/>
      </p:nvGrpSpPr>
      <p:grpSpPr>
        <a:xfrm>
          <a:off x="0" y="0"/>
          <a:ext cx="0" cy="0"/>
          <a:chOff x="0" y="0"/>
          <a:chExt cx="0" cy="0"/>
        </a:xfrm>
      </p:grpSpPr>
      <p:sp>
        <p:nvSpPr>
          <p:cNvPr id="321" name="Google Shape;321;p40">
            <a:extLst>
              <a:ext uri="{FF2B5EF4-FFF2-40B4-BE49-F238E27FC236}">
                <a16:creationId xmlns:a16="http://schemas.microsoft.com/office/drawing/2014/main" id="{6F7AF074-3F42-1B78-A749-F1DFD071706F}"/>
              </a:ext>
            </a:extLst>
          </p:cNvPr>
          <p:cNvSpPr txBox="1">
            <a:spLocks noGrp="1"/>
          </p:cNvSpPr>
          <p:nvPr>
            <p:ph type="title"/>
          </p:nvPr>
        </p:nvSpPr>
        <p:spPr>
          <a:xfrm>
            <a:off x="389008" y="156771"/>
            <a:ext cx="8145392" cy="860977"/>
          </a:xfrm>
          <a:prstGeom prst="rect">
            <a:avLst/>
          </a:prstGeom>
          <a:noFill/>
          <a:ln>
            <a:noFill/>
          </a:ln>
        </p:spPr>
        <p:txBody>
          <a:bodyPr spcFirstLastPara="1" wrap="square" lIns="68575" tIns="34275" rIns="68575" bIns="0" anchor="b" anchorCtr="0">
            <a:noAutofit/>
          </a:bodyPr>
          <a:lstStyle/>
          <a:p>
            <a:pPr marL="0" lvl="0" indent="0" algn="l" rtl="0">
              <a:lnSpc>
                <a:spcPct val="90000"/>
              </a:lnSpc>
              <a:spcBef>
                <a:spcPts val="0"/>
              </a:spcBef>
              <a:spcAft>
                <a:spcPts val="0"/>
              </a:spcAft>
              <a:buClr>
                <a:schemeClr val="accent1"/>
              </a:buClr>
              <a:buSzPts val="2400"/>
              <a:buFont typeface="Calibri"/>
              <a:buNone/>
            </a:pPr>
            <a:r>
              <a:rPr lang="fr" sz="2400" b="0" dirty="0"/>
              <a:t>Les requêtes ou screenshot qui permettent de démontrer le bon chargement des données</a:t>
            </a:r>
            <a:endParaRPr sz="2400" b="0" dirty="0"/>
          </a:p>
        </p:txBody>
      </p:sp>
      <p:sp>
        <p:nvSpPr>
          <p:cNvPr id="323" name="Google Shape;323;p40">
            <a:extLst>
              <a:ext uri="{FF2B5EF4-FFF2-40B4-BE49-F238E27FC236}">
                <a16:creationId xmlns:a16="http://schemas.microsoft.com/office/drawing/2014/main" id="{3ABCE93C-D065-A439-677D-749A10992FD1}"/>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324" name="Google Shape;324;p40">
            <a:extLst>
              <a:ext uri="{FF2B5EF4-FFF2-40B4-BE49-F238E27FC236}">
                <a16:creationId xmlns:a16="http://schemas.microsoft.com/office/drawing/2014/main" id="{E2E7DABC-D7DD-D21E-EA1A-DF65B7507DC9}"/>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12</a:t>
            </a:fld>
            <a:endParaRPr sz="900" b="0" i="0" u="none" strike="noStrike" cap="none">
              <a:solidFill>
                <a:srgbClr val="9E9E9E"/>
              </a:solidFill>
              <a:latin typeface="Calibri"/>
              <a:ea typeface="Calibri"/>
              <a:cs typeface="Calibri"/>
              <a:sym typeface="Calibri"/>
            </a:endParaRPr>
          </a:p>
        </p:txBody>
      </p:sp>
      <p:pic>
        <p:nvPicPr>
          <p:cNvPr id="9" name="Image 8">
            <a:extLst>
              <a:ext uri="{FF2B5EF4-FFF2-40B4-BE49-F238E27FC236}">
                <a16:creationId xmlns:a16="http://schemas.microsoft.com/office/drawing/2014/main" id="{0CEDB14F-7E2A-2872-BD0A-541788B8E5F7}"/>
              </a:ext>
            </a:extLst>
          </p:cNvPr>
          <p:cNvPicPr>
            <a:picLocks noChangeAspect="1"/>
          </p:cNvPicPr>
          <p:nvPr/>
        </p:nvPicPr>
        <p:blipFill>
          <a:blip r:embed="rId3"/>
          <a:stretch>
            <a:fillRect/>
          </a:stretch>
        </p:blipFill>
        <p:spPr>
          <a:xfrm>
            <a:off x="108099" y="1460988"/>
            <a:ext cx="8936664" cy="2863035"/>
          </a:xfrm>
          <a:prstGeom prst="rect">
            <a:avLst/>
          </a:prstGeom>
        </p:spPr>
      </p:pic>
    </p:spTree>
    <p:extLst>
      <p:ext uri="{BB962C8B-B14F-4D97-AF65-F5344CB8AC3E}">
        <p14:creationId xmlns:p14="http://schemas.microsoft.com/office/powerpoint/2010/main" val="2474228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5A83AE50-7055-2B77-92E8-E19DE83B3D2B}"/>
            </a:ext>
          </a:extLst>
        </p:cNvPr>
        <p:cNvGrpSpPr/>
        <p:nvPr/>
      </p:nvGrpSpPr>
      <p:grpSpPr>
        <a:xfrm>
          <a:off x="0" y="0"/>
          <a:ext cx="0" cy="0"/>
          <a:chOff x="0" y="0"/>
          <a:chExt cx="0" cy="0"/>
        </a:xfrm>
      </p:grpSpPr>
      <p:sp>
        <p:nvSpPr>
          <p:cNvPr id="321" name="Google Shape;321;p40">
            <a:extLst>
              <a:ext uri="{FF2B5EF4-FFF2-40B4-BE49-F238E27FC236}">
                <a16:creationId xmlns:a16="http://schemas.microsoft.com/office/drawing/2014/main" id="{2239D23D-CD9D-F32D-1063-958C2C2E9949}"/>
              </a:ext>
            </a:extLst>
          </p:cNvPr>
          <p:cNvSpPr txBox="1">
            <a:spLocks noGrp="1"/>
          </p:cNvSpPr>
          <p:nvPr>
            <p:ph type="title"/>
          </p:nvPr>
        </p:nvSpPr>
        <p:spPr>
          <a:xfrm>
            <a:off x="389008" y="156771"/>
            <a:ext cx="8145392" cy="860977"/>
          </a:xfrm>
          <a:prstGeom prst="rect">
            <a:avLst/>
          </a:prstGeom>
          <a:noFill/>
          <a:ln>
            <a:noFill/>
          </a:ln>
        </p:spPr>
        <p:txBody>
          <a:bodyPr spcFirstLastPara="1" wrap="square" lIns="68575" tIns="34275" rIns="68575" bIns="0" anchor="b" anchorCtr="0">
            <a:noAutofit/>
          </a:bodyPr>
          <a:lstStyle/>
          <a:p>
            <a:pPr marL="0" lvl="0" indent="0" algn="l" rtl="0">
              <a:lnSpc>
                <a:spcPct val="90000"/>
              </a:lnSpc>
              <a:spcBef>
                <a:spcPts val="0"/>
              </a:spcBef>
              <a:spcAft>
                <a:spcPts val="0"/>
              </a:spcAft>
              <a:buClr>
                <a:schemeClr val="accent1"/>
              </a:buClr>
              <a:buSzPts val="2400"/>
              <a:buFont typeface="Calibri"/>
              <a:buNone/>
            </a:pPr>
            <a:r>
              <a:rPr lang="fr" sz="2400" b="0" dirty="0"/>
              <a:t>Les requêtes ou screenshot qui permettent de démontrer le bon chargement des données</a:t>
            </a:r>
            <a:endParaRPr sz="2400" b="0" dirty="0"/>
          </a:p>
        </p:txBody>
      </p:sp>
      <p:sp>
        <p:nvSpPr>
          <p:cNvPr id="323" name="Google Shape;323;p40">
            <a:extLst>
              <a:ext uri="{FF2B5EF4-FFF2-40B4-BE49-F238E27FC236}">
                <a16:creationId xmlns:a16="http://schemas.microsoft.com/office/drawing/2014/main" id="{EEDA1A78-E41A-3D2E-FDF1-535277391911}"/>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324" name="Google Shape;324;p40">
            <a:extLst>
              <a:ext uri="{FF2B5EF4-FFF2-40B4-BE49-F238E27FC236}">
                <a16:creationId xmlns:a16="http://schemas.microsoft.com/office/drawing/2014/main" id="{0085E265-4DFD-5576-215B-79726DD002D9}"/>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13</a:t>
            </a:fld>
            <a:endParaRPr sz="900" b="0" i="0" u="none" strike="noStrike" cap="none">
              <a:solidFill>
                <a:srgbClr val="9E9E9E"/>
              </a:solidFill>
              <a:latin typeface="Calibri"/>
              <a:ea typeface="Calibri"/>
              <a:cs typeface="Calibri"/>
              <a:sym typeface="Calibri"/>
            </a:endParaRPr>
          </a:p>
        </p:txBody>
      </p:sp>
      <p:pic>
        <p:nvPicPr>
          <p:cNvPr id="11" name="Image 10">
            <a:extLst>
              <a:ext uri="{FF2B5EF4-FFF2-40B4-BE49-F238E27FC236}">
                <a16:creationId xmlns:a16="http://schemas.microsoft.com/office/drawing/2014/main" id="{76F54E15-9B4E-1843-8E7D-F78FE63FA1B3}"/>
              </a:ext>
            </a:extLst>
          </p:cNvPr>
          <p:cNvPicPr>
            <a:picLocks noChangeAspect="1"/>
          </p:cNvPicPr>
          <p:nvPr/>
        </p:nvPicPr>
        <p:blipFill>
          <a:blip r:embed="rId3"/>
          <a:stretch>
            <a:fillRect/>
          </a:stretch>
        </p:blipFill>
        <p:spPr>
          <a:xfrm>
            <a:off x="322200" y="1162493"/>
            <a:ext cx="8279008" cy="3673230"/>
          </a:xfrm>
          <a:prstGeom prst="rect">
            <a:avLst/>
          </a:prstGeom>
        </p:spPr>
      </p:pic>
    </p:spTree>
    <p:extLst>
      <p:ext uri="{BB962C8B-B14F-4D97-AF65-F5344CB8AC3E}">
        <p14:creationId xmlns:p14="http://schemas.microsoft.com/office/powerpoint/2010/main" val="595057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pic>
        <p:nvPicPr>
          <p:cNvPr id="330" name="Google Shape;330;p41" title="Image de bâtiment"/>
          <p:cNvPicPr preferRelativeResize="0">
            <a:picLocks noGrp="1"/>
          </p:cNvPicPr>
          <p:nvPr>
            <p:ph type="pic" idx="2"/>
          </p:nvPr>
        </p:nvPicPr>
        <p:blipFill rotWithShape="1">
          <a:blip r:embed="rId3">
            <a:alphaModFix/>
          </a:blip>
          <a:srcRect l="20784" r="20784"/>
          <a:stretch/>
        </p:blipFill>
        <p:spPr>
          <a:xfrm>
            <a:off x="1262549" y="645708"/>
            <a:ext cx="3321392" cy="3852817"/>
          </a:xfrm>
          <a:prstGeom prst="rect">
            <a:avLst/>
          </a:prstGeom>
          <a:noFill/>
          <a:ln>
            <a:noFill/>
          </a:ln>
        </p:spPr>
      </p:pic>
      <p:sp>
        <p:nvSpPr>
          <p:cNvPr id="331" name="Google Shape;331;p41" descr="Hexagone de couleur foncée unie au milieu d’accentuation d’image"/>
          <p:cNvSpPr/>
          <p:nvPr/>
        </p:nvSpPr>
        <p:spPr>
          <a:xfrm rot="-5400000">
            <a:off x="2009777" y="1791686"/>
            <a:ext cx="1809749" cy="1560129"/>
          </a:xfrm>
          <a:prstGeom prst="hexagon">
            <a:avLst>
              <a:gd name="adj" fmla="val 25000"/>
              <a:gd name="vf" fmla="val 115470"/>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332" name="Google Shape;332;p41"/>
          <p:cNvSpPr txBox="1">
            <a:spLocks noGrp="1"/>
          </p:cNvSpPr>
          <p:nvPr>
            <p:ph type="title"/>
          </p:nvPr>
        </p:nvSpPr>
        <p:spPr>
          <a:xfrm>
            <a:off x="4712882" y="1490565"/>
            <a:ext cx="3683725" cy="1342391"/>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000"/>
              <a:buFont typeface="Calibri"/>
              <a:buNone/>
            </a:pPr>
            <a:r>
              <a:rPr lang="fr" b="0">
                <a:latin typeface="Calibri"/>
                <a:ea typeface="Calibri"/>
                <a:cs typeface="Calibri"/>
                <a:sym typeface="Calibri"/>
              </a:rPr>
              <a:t>Requêtes SQL et résultats</a:t>
            </a:r>
            <a:endParaRPr/>
          </a:p>
        </p:txBody>
      </p:sp>
      <p:sp>
        <p:nvSpPr>
          <p:cNvPr id="333" name="Google Shape;333;p41" descr="Hexagone de couleur foncée unie au milieu d’accentuation d’image"/>
          <p:cNvSpPr/>
          <p:nvPr/>
        </p:nvSpPr>
        <p:spPr>
          <a:xfrm rot="-5400000">
            <a:off x="2009777" y="1791686"/>
            <a:ext cx="1809749" cy="1560129"/>
          </a:xfrm>
          <a:prstGeom prst="hexagon">
            <a:avLst>
              <a:gd name="adj" fmla="val 25000"/>
              <a:gd name="vf" fmla="val 115470"/>
            </a:avLst>
          </a:prstGeom>
          <a:solidFill>
            <a:schemeClr val="dk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pic>
        <p:nvPicPr>
          <p:cNvPr id="335" name="Google Shape;335;p41" descr="https://lh5.googleusercontent.com/TcdnvzxQ7ulQo8GiFwfIKujloK6EfAJv7ikP-EvnfdTVQnROS3WXw6XSx9Cpd73e_l7GCUAnbxroB-qlzG2fvYdCyl-Y5QZ95MpiD-GfDN-4taJyHRqsr3vOZzc3ONTBu52b0HIdUOMeHvdHiA_5tD0"/>
          <p:cNvPicPr preferRelativeResize="0"/>
          <p:nvPr/>
        </p:nvPicPr>
        <p:blipFill rotWithShape="1">
          <a:blip r:embed="rId4">
            <a:alphaModFix/>
          </a:blip>
          <a:srcRect l="11387" t="12667" r="63940" b="13973"/>
          <a:stretch/>
        </p:blipFill>
        <p:spPr>
          <a:xfrm>
            <a:off x="1979722" y="1607746"/>
            <a:ext cx="1801842" cy="177986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2"/>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 b="0" dirty="0"/>
              <a:t>Requête 1</a:t>
            </a:r>
            <a:endParaRPr dirty="0"/>
          </a:p>
        </p:txBody>
      </p:sp>
      <p:sp>
        <p:nvSpPr>
          <p:cNvPr id="342" name="Google Shape;342;p42"/>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15</a:t>
            </a:fld>
            <a:endParaRPr/>
          </a:p>
        </p:txBody>
      </p:sp>
      <p:sp>
        <p:nvSpPr>
          <p:cNvPr id="344" name="Google Shape;344;p42"/>
          <p:cNvSpPr txBox="1">
            <a:spLocks noGrp="1"/>
          </p:cNvSpPr>
          <p:nvPr>
            <p:ph type="body" idx="1"/>
          </p:nvPr>
        </p:nvSpPr>
        <p:spPr>
          <a:xfrm>
            <a:off x="390370" y="1032699"/>
            <a:ext cx="5526447"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Nombre total d’appartements vendus au 1er semestre 2020.</a:t>
            </a:r>
            <a:endParaRPr dirty="0"/>
          </a:p>
        </p:txBody>
      </p:sp>
      <p:sp>
        <p:nvSpPr>
          <p:cNvPr id="345" name="Google Shape;345;p42"/>
          <p:cNvSpPr txBox="1"/>
          <p:nvPr/>
        </p:nvSpPr>
        <p:spPr>
          <a:xfrm>
            <a:off x="390523" y="1552755"/>
            <a:ext cx="6978592" cy="3035914"/>
          </a:xfrm>
          <a:prstGeom prst="rect">
            <a:avLst/>
          </a:prstGeom>
          <a:noFill/>
          <a:ln>
            <a:noFill/>
          </a:ln>
        </p:spPr>
        <p:txBody>
          <a:bodyPr spcFirstLastPara="1" wrap="square" lIns="68575" tIns="34275" rIns="68575" bIns="34275" anchor="t" anchorCtr="0">
            <a:noAutofit/>
          </a:bodyPr>
          <a:lstStyle/>
          <a:p>
            <a:pPr marL="177800" marR="0" lvl="0" indent="-177800" algn="l" rtl="0">
              <a:lnSpc>
                <a:spcPct val="90000"/>
              </a:lnSpc>
              <a:spcBef>
                <a:spcPts val="0"/>
              </a:spcBef>
              <a:spcAft>
                <a:spcPts val="0"/>
              </a:spcAft>
              <a:buClr>
                <a:srgbClr val="2E7A40"/>
              </a:buClr>
              <a:buSzPts val="1800"/>
              <a:buFont typeface="Arial"/>
              <a:buChar char="•"/>
            </a:pPr>
            <a:r>
              <a:rPr lang="fr" sz="1800" b="0" i="0" u="none" strike="noStrike" cap="none" dirty="0">
                <a:solidFill>
                  <a:schemeClr val="dk1"/>
                </a:solidFill>
                <a:latin typeface="Calibri"/>
                <a:ea typeface="Calibri"/>
                <a:cs typeface="Calibri"/>
                <a:sym typeface="Calibri"/>
              </a:rPr>
              <a:t>31378 appartements vendus</a:t>
            </a:r>
            <a:endParaRPr sz="1800" b="0" i="0" u="none" strike="noStrike" cap="none" dirty="0">
              <a:solidFill>
                <a:schemeClr val="dk1"/>
              </a:solidFill>
              <a:latin typeface="Calibri"/>
              <a:ea typeface="Calibri"/>
              <a:cs typeface="Calibri"/>
              <a:sym typeface="Calibri"/>
            </a:endParaRPr>
          </a:p>
        </p:txBody>
      </p:sp>
      <p:pic>
        <p:nvPicPr>
          <p:cNvPr id="4" name="Image 3">
            <a:extLst>
              <a:ext uri="{FF2B5EF4-FFF2-40B4-BE49-F238E27FC236}">
                <a16:creationId xmlns:a16="http://schemas.microsoft.com/office/drawing/2014/main" id="{55800DDD-08DD-6731-C3B7-C581EB08CFA0}"/>
              </a:ext>
            </a:extLst>
          </p:cNvPr>
          <p:cNvPicPr>
            <a:picLocks noChangeAspect="1"/>
          </p:cNvPicPr>
          <p:nvPr/>
        </p:nvPicPr>
        <p:blipFill>
          <a:blip r:embed="rId3"/>
          <a:stretch>
            <a:fillRect/>
          </a:stretch>
        </p:blipFill>
        <p:spPr>
          <a:xfrm>
            <a:off x="3685384" y="1389217"/>
            <a:ext cx="4734586" cy="355332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67C6718E-68CA-0EC1-79E4-34038473493B}"/>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C1F176DD-7BC4-7873-7014-00F960C261EF}"/>
              </a:ext>
            </a:extLst>
          </p:cNvPr>
          <p:cNvSpPr txBox="1">
            <a:spLocks noGrp="1"/>
          </p:cNvSpPr>
          <p:nvPr>
            <p:ph type="title"/>
          </p:nvPr>
        </p:nvSpPr>
        <p:spPr>
          <a:xfrm>
            <a:off x="389008" y="156772"/>
            <a:ext cx="6249917" cy="321316"/>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ts val="3300"/>
              <a:buFont typeface="Calibri"/>
              <a:buNone/>
            </a:pPr>
            <a:r>
              <a:rPr lang="fr" b="0" dirty="0"/>
              <a:t>Requête 2</a:t>
            </a:r>
            <a:endParaRPr dirty="0"/>
          </a:p>
        </p:txBody>
      </p:sp>
      <p:sp>
        <p:nvSpPr>
          <p:cNvPr id="342" name="Google Shape;342;p42">
            <a:extLst>
              <a:ext uri="{FF2B5EF4-FFF2-40B4-BE49-F238E27FC236}">
                <a16:creationId xmlns:a16="http://schemas.microsoft.com/office/drawing/2014/main" id="{2F35955E-5C88-CD5C-8A9B-84A267A09D19}"/>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E03C3CBF-88F3-74C5-ABB0-56EFE01E66BE}"/>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16</a:t>
            </a:fld>
            <a:endParaRPr/>
          </a:p>
        </p:txBody>
      </p:sp>
      <p:sp>
        <p:nvSpPr>
          <p:cNvPr id="344" name="Google Shape;344;p42">
            <a:extLst>
              <a:ext uri="{FF2B5EF4-FFF2-40B4-BE49-F238E27FC236}">
                <a16:creationId xmlns:a16="http://schemas.microsoft.com/office/drawing/2014/main" id="{32AAF4C9-EBA5-4752-5B6E-AF2F4CCAEDE9}"/>
              </a:ext>
            </a:extLst>
          </p:cNvPr>
          <p:cNvSpPr txBox="1">
            <a:spLocks noGrp="1"/>
          </p:cNvSpPr>
          <p:nvPr>
            <p:ph type="body" idx="1"/>
          </p:nvPr>
        </p:nvSpPr>
        <p:spPr>
          <a:xfrm>
            <a:off x="389008" y="506250"/>
            <a:ext cx="8337246" cy="382439"/>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Le nombre de ventes d’appartement par région pour le 1er semestre</a:t>
            </a:r>
          </a:p>
          <a:p>
            <a:pPr marL="0" lvl="0" indent="0" algn="l" rtl="0">
              <a:lnSpc>
                <a:spcPct val="90000"/>
              </a:lnSpc>
              <a:spcBef>
                <a:spcPts val="0"/>
              </a:spcBef>
              <a:spcAft>
                <a:spcPts val="0"/>
              </a:spcAft>
              <a:buSzPts val="1500"/>
              <a:buNone/>
            </a:pPr>
            <a:r>
              <a:rPr lang="fr-FR" dirty="0"/>
              <a:t>2020.</a:t>
            </a:r>
          </a:p>
        </p:txBody>
      </p:sp>
      <p:pic>
        <p:nvPicPr>
          <p:cNvPr id="4" name="Image 3">
            <a:extLst>
              <a:ext uri="{FF2B5EF4-FFF2-40B4-BE49-F238E27FC236}">
                <a16:creationId xmlns:a16="http://schemas.microsoft.com/office/drawing/2014/main" id="{1CE7F53D-D1B7-D581-5E8E-378E7AABF5AD}"/>
              </a:ext>
            </a:extLst>
          </p:cNvPr>
          <p:cNvPicPr>
            <a:picLocks noChangeAspect="1"/>
          </p:cNvPicPr>
          <p:nvPr/>
        </p:nvPicPr>
        <p:blipFill>
          <a:blip r:embed="rId3"/>
          <a:stretch>
            <a:fillRect/>
          </a:stretch>
        </p:blipFill>
        <p:spPr>
          <a:xfrm>
            <a:off x="1612489" y="751768"/>
            <a:ext cx="5277084" cy="4289339"/>
          </a:xfrm>
          <a:prstGeom prst="rect">
            <a:avLst/>
          </a:prstGeom>
        </p:spPr>
      </p:pic>
    </p:spTree>
    <p:extLst>
      <p:ext uri="{BB962C8B-B14F-4D97-AF65-F5344CB8AC3E}">
        <p14:creationId xmlns:p14="http://schemas.microsoft.com/office/powerpoint/2010/main" val="2723429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1D6E6930-F421-BCFE-3D37-8743E59B0CC2}"/>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58D13053-FA0D-F4A3-F76D-5C6D91D31E99}"/>
              </a:ext>
            </a:extLst>
          </p:cNvPr>
          <p:cNvSpPr txBox="1">
            <a:spLocks noGrp="1"/>
          </p:cNvSpPr>
          <p:nvPr>
            <p:ph type="title"/>
          </p:nvPr>
        </p:nvSpPr>
        <p:spPr>
          <a:xfrm>
            <a:off x="390370" y="-143794"/>
            <a:ext cx="6249917" cy="698625"/>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 b="0" dirty="0"/>
              <a:t>Requête 3</a:t>
            </a:r>
            <a:endParaRPr dirty="0"/>
          </a:p>
        </p:txBody>
      </p:sp>
      <p:sp>
        <p:nvSpPr>
          <p:cNvPr id="342" name="Google Shape;342;p42">
            <a:extLst>
              <a:ext uri="{FF2B5EF4-FFF2-40B4-BE49-F238E27FC236}">
                <a16:creationId xmlns:a16="http://schemas.microsoft.com/office/drawing/2014/main" id="{B8EBFA2C-E01B-6F9A-4797-1CFB2D75570E}"/>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CAB59D0C-1D85-7B16-7BF7-B1923329D752}"/>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17</a:t>
            </a:fld>
            <a:endParaRPr/>
          </a:p>
        </p:txBody>
      </p:sp>
      <p:sp>
        <p:nvSpPr>
          <p:cNvPr id="344" name="Google Shape;344;p42">
            <a:extLst>
              <a:ext uri="{FF2B5EF4-FFF2-40B4-BE49-F238E27FC236}">
                <a16:creationId xmlns:a16="http://schemas.microsoft.com/office/drawing/2014/main" id="{1544CB3C-8C00-8C11-BD19-2D4977356B3A}"/>
              </a:ext>
            </a:extLst>
          </p:cNvPr>
          <p:cNvSpPr txBox="1">
            <a:spLocks noGrp="1"/>
          </p:cNvSpPr>
          <p:nvPr>
            <p:ph type="body" idx="1"/>
          </p:nvPr>
        </p:nvSpPr>
        <p:spPr>
          <a:xfrm>
            <a:off x="390370" y="597121"/>
            <a:ext cx="5526447"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Proportion des ventes d’appartements par le nombre de pièces.</a:t>
            </a:r>
          </a:p>
        </p:txBody>
      </p:sp>
      <p:sp>
        <p:nvSpPr>
          <p:cNvPr id="345" name="Google Shape;345;p42">
            <a:extLst>
              <a:ext uri="{FF2B5EF4-FFF2-40B4-BE49-F238E27FC236}">
                <a16:creationId xmlns:a16="http://schemas.microsoft.com/office/drawing/2014/main" id="{FB23460E-7FF9-7B96-7738-69FAA1533D8F}"/>
              </a:ext>
            </a:extLst>
          </p:cNvPr>
          <p:cNvSpPr txBox="1"/>
          <p:nvPr/>
        </p:nvSpPr>
        <p:spPr>
          <a:xfrm>
            <a:off x="390523" y="1552755"/>
            <a:ext cx="6978592" cy="3035914"/>
          </a:xfrm>
          <a:prstGeom prst="rect">
            <a:avLst/>
          </a:prstGeom>
          <a:noFill/>
          <a:ln>
            <a:noFill/>
          </a:ln>
        </p:spPr>
        <p:txBody>
          <a:bodyPr spcFirstLastPara="1" wrap="square" lIns="68575" tIns="34275" rIns="68575" bIns="34275" anchor="t" anchorCtr="0">
            <a:noAutofit/>
          </a:bodyPr>
          <a:lstStyle/>
          <a:p>
            <a:pPr marL="177800" marR="0" lvl="0" indent="-177800" algn="l" rtl="0">
              <a:lnSpc>
                <a:spcPct val="90000"/>
              </a:lnSpc>
              <a:spcBef>
                <a:spcPts val="0"/>
              </a:spcBef>
              <a:spcAft>
                <a:spcPts val="0"/>
              </a:spcAft>
              <a:buClr>
                <a:srgbClr val="2E7A40"/>
              </a:buClr>
              <a:buSzPts val="1800"/>
              <a:buFont typeface="Arial"/>
              <a:buChar char="•"/>
            </a:pPr>
            <a:r>
              <a:rPr lang="fr" sz="1800" b="0" i="0" u="none" strike="noStrike" cap="none" dirty="0">
                <a:solidFill>
                  <a:schemeClr val="dk1"/>
                </a:solidFill>
                <a:latin typeface="Calibri"/>
                <a:ea typeface="Calibri"/>
                <a:cs typeface="Calibri"/>
                <a:sym typeface="Calibri"/>
              </a:rPr>
              <a:t>Lorem ipsum</a:t>
            </a:r>
            <a:endParaRPr sz="1800" b="0" i="0" u="none" strike="noStrike" cap="none" dirty="0">
              <a:solidFill>
                <a:schemeClr val="dk1"/>
              </a:solidFill>
              <a:latin typeface="Calibri"/>
              <a:ea typeface="Calibri"/>
              <a:cs typeface="Calibri"/>
              <a:sym typeface="Calibri"/>
            </a:endParaRPr>
          </a:p>
        </p:txBody>
      </p:sp>
      <p:pic>
        <p:nvPicPr>
          <p:cNvPr id="4" name="Image 3">
            <a:extLst>
              <a:ext uri="{FF2B5EF4-FFF2-40B4-BE49-F238E27FC236}">
                <a16:creationId xmlns:a16="http://schemas.microsoft.com/office/drawing/2014/main" id="{4BEB5818-1579-47ED-B38F-42F642A411A1}"/>
              </a:ext>
            </a:extLst>
          </p:cNvPr>
          <p:cNvPicPr>
            <a:picLocks noChangeAspect="1"/>
          </p:cNvPicPr>
          <p:nvPr/>
        </p:nvPicPr>
        <p:blipFill>
          <a:blip r:embed="rId3"/>
          <a:stretch>
            <a:fillRect/>
          </a:stretch>
        </p:blipFill>
        <p:spPr>
          <a:xfrm>
            <a:off x="390370" y="884087"/>
            <a:ext cx="3950716" cy="4157020"/>
          </a:xfrm>
          <a:prstGeom prst="rect">
            <a:avLst/>
          </a:prstGeom>
        </p:spPr>
      </p:pic>
    </p:spTree>
    <p:extLst>
      <p:ext uri="{BB962C8B-B14F-4D97-AF65-F5344CB8AC3E}">
        <p14:creationId xmlns:p14="http://schemas.microsoft.com/office/powerpoint/2010/main" val="1594006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EA9EA2CB-182C-FA12-369B-C6633482881E}"/>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79CCDC47-4D1A-D2B9-B009-2ECAE25FA0B1}"/>
              </a:ext>
            </a:extLst>
          </p:cNvPr>
          <p:cNvSpPr txBox="1">
            <a:spLocks noGrp="1"/>
          </p:cNvSpPr>
          <p:nvPr>
            <p:ph type="title"/>
          </p:nvPr>
        </p:nvSpPr>
        <p:spPr>
          <a:xfrm>
            <a:off x="390370" y="57292"/>
            <a:ext cx="6249917" cy="398060"/>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ts val="3300"/>
              <a:buFont typeface="Calibri"/>
              <a:buNone/>
            </a:pPr>
            <a:r>
              <a:rPr lang="fr" b="0" dirty="0"/>
              <a:t>Requête 4</a:t>
            </a:r>
            <a:endParaRPr dirty="0"/>
          </a:p>
        </p:txBody>
      </p:sp>
      <p:sp>
        <p:nvSpPr>
          <p:cNvPr id="342" name="Google Shape;342;p42">
            <a:extLst>
              <a:ext uri="{FF2B5EF4-FFF2-40B4-BE49-F238E27FC236}">
                <a16:creationId xmlns:a16="http://schemas.microsoft.com/office/drawing/2014/main" id="{3A53D8BA-7CEA-922B-2F3F-2548829AA64C}"/>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DD2D3CB1-69D0-70AA-83A3-1D0CFFEAFB76}"/>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18</a:t>
            </a:fld>
            <a:endParaRPr/>
          </a:p>
        </p:txBody>
      </p:sp>
      <p:sp>
        <p:nvSpPr>
          <p:cNvPr id="344" name="Google Shape;344;p42">
            <a:extLst>
              <a:ext uri="{FF2B5EF4-FFF2-40B4-BE49-F238E27FC236}">
                <a16:creationId xmlns:a16="http://schemas.microsoft.com/office/drawing/2014/main" id="{046DB559-68B4-4955-32E0-1AF57F43FA6A}"/>
              </a:ext>
            </a:extLst>
          </p:cNvPr>
          <p:cNvSpPr txBox="1">
            <a:spLocks noGrp="1"/>
          </p:cNvSpPr>
          <p:nvPr>
            <p:ph type="body" idx="1"/>
          </p:nvPr>
        </p:nvSpPr>
        <p:spPr>
          <a:xfrm>
            <a:off x="390370" y="455352"/>
            <a:ext cx="5526447"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Liste des 10 départements où le prix du mètre carré est le plus élevé</a:t>
            </a:r>
            <a:endParaRPr dirty="0"/>
          </a:p>
        </p:txBody>
      </p:sp>
      <p:sp>
        <p:nvSpPr>
          <p:cNvPr id="345" name="Google Shape;345;p42">
            <a:extLst>
              <a:ext uri="{FF2B5EF4-FFF2-40B4-BE49-F238E27FC236}">
                <a16:creationId xmlns:a16="http://schemas.microsoft.com/office/drawing/2014/main" id="{14BE4989-9C60-3F2A-BD02-2DBD99B3F34B}"/>
              </a:ext>
            </a:extLst>
          </p:cNvPr>
          <p:cNvSpPr txBox="1"/>
          <p:nvPr/>
        </p:nvSpPr>
        <p:spPr>
          <a:xfrm>
            <a:off x="390523" y="1552755"/>
            <a:ext cx="6978592" cy="3035914"/>
          </a:xfrm>
          <a:prstGeom prst="rect">
            <a:avLst/>
          </a:prstGeom>
          <a:noFill/>
          <a:ln>
            <a:noFill/>
          </a:ln>
        </p:spPr>
        <p:txBody>
          <a:bodyPr spcFirstLastPara="1" wrap="square" lIns="68575" tIns="34275" rIns="68575" bIns="34275" anchor="t" anchorCtr="0">
            <a:noAutofit/>
          </a:bodyPr>
          <a:lstStyle/>
          <a:p>
            <a:pPr marL="177800" marR="0" lvl="0" indent="-177800" algn="l" rtl="0">
              <a:lnSpc>
                <a:spcPct val="90000"/>
              </a:lnSpc>
              <a:spcBef>
                <a:spcPts val="0"/>
              </a:spcBef>
              <a:spcAft>
                <a:spcPts val="0"/>
              </a:spcAft>
              <a:buClr>
                <a:srgbClr val="2E7A40"/>
              </a:buClr>
              <a:buSzPts val="1800"/>
              <a:buFont typeface="Arial"/>
              <a:buChar char="•"/>
            </a:pPr>
            <a:r>
              <a:rPr lang="fr" sz="1800" b="0" i="0" u="none" strike="noStrike" cap="none" dirty="0">
                <a:solidFill>
                  <a:schemeClr val="dk1"/>
                </a:solidFill>
                <a:latin typeface="Calibri"/>
                <a:ea typeface="Calibri"/>
                <a:cs typeface="Calibri"/>
                <a:sym typeface="Calibri"/>
              </a:rPr>
              <a:t>Lorem ipsum</a:t>
            </a:r>
            <a:endParaRPr sz="1800" b="0" i="0" u="none" strike="noStrike" cap="none" dirty="0">
              <a:solidFill>
                <a:schemeClr val="dk1"/>
              </a:solidFill>
              <a:latin typeface="Calibri"/>
              <a:ea typeface="Calibri"/>
              <a:cs typeface="Calibri"/>
              <a:sym typeface="Calibri"/>
            </a:endParaRPr>
          </a:p>
        </p:txBody>
      </p:sp>
      <p:pic>
        <p:nvPicPr>
          <p:cNvPr id="3" name="Image 2">
            <a:extLst>
              <a:ext uri="{FF2B5EF4-FFF2-40B4-BE49-F238E27FC236}">
                <a16:creationId xmlns:a16="http://schemas.microsoft.com/office/drawing/2014/main" id="{8AB9A760-3352-0532-A551-EEAE33DA81A5}"/>
              </a:ext>
            </a:extLst>
          </p:cNvPr>
          <p:cNvPicPr>
            <a:picLocks noChangeAspect="1"/>
          </p:cNvPicPr>
          <p:nvPr/>
        </p:nvPicPr>
        <p:blipFill>
          <a:blip r:embed="rId3"/>
          <a:stretch>
            <a:fillRect/>
          </a:stretch>
        </p:blipFill>
        <p:spPr>
          <a:xfrm>
            <a:off x="434196" y="751019"/>
            <a:ext cx="4936163" cy="4290088"/>
          </a:xfrm>
          <a:prstGeom prst="rect">
            <a:avLst/>
          </a:prstGeom>
        </p:spPr>
      </p:pic>
    </p:spTree>
    <p:extLst>
      <p:ext uri="{BB962C8B-B14F-4D97-AF65-F5344CB8AC3E}">
        <p14:creationId xmlns:p14="http://schemas.microsoft.com/office/powerpoint/2010/main" val="3877408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7612C890-47F6-8357-C9DA-72D1A153741B}"/>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82844C58-E5D3-FDCA-EEFB-4C62B47E3F0C}"/>
              </a:ext>
            </a:extLst>
          </p:cNvPr>
          <p:cNvSpPr txBox="1">
            <a:spLocks noGrp="1"/>
          </p:cNvSpPr>
          <p:nvPr>
            <p:ph type="title"/>
          </p:nvPr>
        </p:nvSpPr>
        <p:spPr>
          <a:xfrm>
            <a:off x="389008" y="156772"/>
            <a:ext cx="6249917" cy="398060"/>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ts val="3300"/>
              <a:buFont typeface="Calibri"/>
              <a:buNone/>
            </a:pPr>
            <a:r>
              <a:rPr lang="fr" b="0" dirty="0"/>
              <a:t>Requête 5</a:t>
            </a:r>
            <a:endParaRPr dirty="0"/>
          </a:p>
        </p:txBody>
      </p:sp>
      <p:sp>
        <p:nvSpPr>
          <p:cNvPr id="342" name="Google Shape;342;p42">
            <a:extLst>
              <a:ext uri="{FF2B5EF4-FFF2-40B4-BE49-F238E27FC236}">
                <a16:creationId xmlns:a16="http://schemas.microsoft.com/office/drawing/2014/main" id="{11CF6FE0-B36B-B665-30A8-8C9CAB78AEB6}"/>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2D78EFF7-B1F3-3604-7174-98A78DE32835}"/>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19</a:t>
            </a:fld>
            <a:endParaRPr/>
          </a:p>
        </p:txBody>
      </p:sp>
      <p:sp>
        <p:nvSpPr>
          <p:cNvPr id="344" name="Google Shape;344;p42">
            <a:extLst>
              <a:ext uri="{FF2B5EF4-FFF2-40B4-BE49-F238E27FC236}">
                <a16:creationId xmlns:a16="http://schemas.microsoft.com/office/drawing/2014/main" id="{1F0F356D-6FB1-56D5-4119-EF99E25E39E5}"/>
              </a:ext>
            </a:extLst>
          </p:cNvPr>
          <p:cNvSpPr txBox="1">
            <a:spLocks noGrp="1"/>
          </p:cNvSpPr>
          <p:nvPr>
            <p:ph type="body" idx="1"/>
          </p:nvPr>
        </p:nvSpPr>
        <p:spPr>
          <a:xfrm>
            <a:off x="389008" y="505090"/>
            <a:ext cx="5526447"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Prix moyen du mètre carré d’une maison en Île-de-France.</a:t>
            </a:r>
          </a:p>
        </p:txBody>
      </p:sp>
      <p:sp>
        <p:nvSpPr>
          <p:cNvPr id="345" name="Google Shape;345;p42">
            <a:extLst>
              <a:ext uri="{FF2B5EF4-FFF2-40B4-BE49-F238E27FC236}">
                <a16:creationId xmlns:a16="http://schemas.microsoft.com/office/drawing/2014/main" id="{7F4AA475-6017-30E2-F902-484D187FD1EC}"/>
              </a:ext>
            </a:extLst>
          </p:cNvPr>
          <p:cNvSpPr txBox="1"/>
          <p:nvPr/>
        </p:nvSpPr>
        <p:spPr>
          <a:xfrm>
            <a:off x="389008" y="857334"/>
            <a:ext cx="6978592" cy="3035914"/>
          </a:xfrm>
          <a:prstGeom prst="rect">
            <a:avLst/>
          </a:prstGeom>
          <a:noFill/>
          <a:ln>
            <a:noFill/>
          </a:ln>
        </p:spPr>
        <p:txBody>
          <a:bodyPr spcFirstLastPara="1" wrap="square" lIns="68575" tIns="34275" rIns="68575" bIns="34275" anchor="t" anchorCtr="0">
            <a:noAutofit/>
          </a:bodyPr>
          <a:lstStyle/>
          <a:p>
            <a:pPr marL="177800" marR="0" lvl="0" indent="-177800" algn="l" rtl="0">
              <a:lnSpc>
                <a:spcPct val="90000"/>
              </a:lnSpc>
              <a:spcBef>
                <a:spcPts val="0"/>
              </a:spcBef>
              <a:spcAft>
                <a:spcPts val="0"/>
              </a:spcAft>
              <a:buClr>
                <a:srgbClr val="2E7A40"/>
              </a:buClr>
              <a:buSzPts val="1800"/>
              <a:buFont typeface="Arial"/>
              <a:buChar char="•"/>
            </a:pPr>
            <a:r>
              <a:rPr lang="fr" sz="1800" b="0" i="0" u="none" strike="noStrike" cap="none" dirty="0">
                <a:solidFill>
                  <a:schemeClr val="dk1"/>
                </a:solidFill>
                <a:latin typeface="Calibri"/>
                <a:ea typeface="Calibri"/>
                <a:cs typeface="Calibri"/>
                <a:sym typeface="Calibri"/>
              </a:rPr>
              <a:t>Le prix moyen est de 3 765 euros.</a:t>
            </a:r>
            <a:endParaRPr sz="1800" b="0" i="0" u="none" strike="noStrike" cap="none" dirty="0">
              <a:solidFill>
                <a:schemeClr val="dk1"/>
              </a:solidFill>
              <a:latin typeface="Calibri"/>
              <a:ea typeface="Calibri"/>
              <a:cs typeface="Calibri"/>
              <a:sym typeface="Calibri"/>
            </a:endParaRPr>
          </a:p>
        </p:txBody>
      </p:sp>
      <p:pic>
        <p:nvPicPr>
          <p:cNvPr id="3" name="Image 2">
            <a:extLst>
              <a:ext uri="{FF2B5EF4-FFF2-40B4-BE49-F238E27FC236}">
                <a16:creationId xmlns:a16="http://schemas.microsoft.com/office/drawing/2014/main" id="{5133AF7E-F07D-66A2-E17E-3732B42A8238}"/>
              </a:ext>
            </a:extLst>
          </p:cNvPr>
          <p:cNvPicPr>
            <a:picLocks noChangeAspect="1"/>
          </p:cNvPicPr>
          <p:nvPr/>
        </p:nvPicPr>
        <p:blipFill>
          <a:blip r:embed="rId3"/>
          <a:stretch>
            <a:fillRect/>
          </a:stretch>
        </p:blipFill>
        <p:spPr>
          <a:xfrm>
            <a:off x="4173581" y="857334"/>
            <a:ext cx="4464232" cy="3638796"/>
          </a:xfrm>
          <a:prstGeom prst="rect">
            <a:avLst/>
          </a:prstGeom>
        </p:spPr>
      </p:pic>
    </p:spTree>
    <p:extLst>
      <p:ext uri="{BB962C8B-B14F-4D97-AF65-F5344CB8AC3E}">
        <p14:creationId xmlns:p14="http://schemas.microsoft.com/office/powerpoint/2010/main" val="894541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3C68A661-91C5-2DBC-21CA-21F114F208EE}"/>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838D3CAB-ED19-88C7-A2DA-5A83D4B379E5}"/>
              </a:ext>
            </a:extLst>
          </p:cNvPr>
          <p:cNvSpPr txBox="1">
            <a:spLocks noGrp="1"/>
          </p:cNvSpPr>
          <p:nvPr>
            <p:ph type="title"/>
          </p:nvPr>
        </p:nvSpPr>
        <p:spPr>
          <a:xfrm>
            <a:off x="389008" y="156771"/>
            <a:ext cx="6249917" cy="273845"/>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ts val="3300"/>
              <a:buFont typeface="Calibri"/>
              <a:buNone/>
            </a:pPr>
            <a:r>
              <a:rPr lang="fr" b="0" dirty="0"/>
              <a:t>Requête 6</a:t>
            </a:r>
            <a:endParaRPr dirty="0"/>
          </a:p>
        </p:txBody>
      </p:sp>
      <p:sp>
        <p:nvSpPr>
          <p:cNvPr id="342" name="Google Shape;342;p42">
            <a:extLst>
              <a:ext uri="{FF2B5EF4-FFF2-40B4-BE49-F238E27FC236}">
                <a16:creationId xmlns:a16="http://schemas.microsoft.com/office/drawing/2014/main" id="{99253F25-F917-AD38-3E83-19074693585B}"/>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FE56B97E-1346-6D58-A796-9012ACB9AB71}"/>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20</a:t>
            </a:fld>
            <a:endParaRPr/>
          </a:p>
        </p:txBody>
      </p:sp>
      <p:sp>
        <p:nvSpPr>
          <p:cNvPr id="344" name="Google Shape;344;p42">
            <a:extLst>
              <a:ext uri="{FF2B5EF4-FFF2-40B4-BE49-F238E27FC236}">
                <a16:creationId xmlns:a16="http://schemas.microsoft.com/office/drawing/2014/main" id="{8052215A-0D9A-CC73-4C9C-5A85F4CB1300}"/>
              </a:ext>
            </a:extLst>
          </p:cNvPr>
          <p:cNvSpPr txBox="1">
            <a:spLocks noGrp="1"/>
          </p:cNvSpPr>
          <p:nvPr>
            <p:ph type="body" idx="1"/>
          </p:nvPr>
        </p:nvSpPr>
        <p:spPr>
          <a:xfrm>
            <a:off x="389008" y="430616"/>
            <a:ext cx="8039066"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Liste des 10 appartements les plus chers avec la région et le nombre</a:t>
            </a:r>
          </a:p>
          <a:p>
            <a:pPr marL="0" lvl="0" indent="0" algn="l" rtl="0">
              <a:lnSpc>
                <a:spcPct val="90000"/>
              </a:lnSpc>
              <a:spcBef>
                <a:spcPts val="0"/>
              </a:spcBef>
              <a:spcAft>
                <a:spcPts val="0"/>
              </a:spcAft>
              <a:buSzPts val="1500"/>
              <a:buNone/>
            </a:pPr>
            <a:r>
              <a:rPr lang="fr-FR" dirty="0"/>
              <a:t>de mètres carrés</a:t>
            </a:r>
            <a:endParaRPr dirty="0"/>
          </a:p>
        </p:txBody>
      </p:sp>
      <p:pic>
        <p:nvPicPr>
          <p:cNvPr id="3" name="Image 2">
            <a:extLst>
              <a:ext uri="{FF2B5EF4-FFF2-40B4-BE49-F238E27FC236}">
                <a16:creationId xmlns:a16="http://schemas.microsoft.com/office/drawing/2014/main" id="{5D9807D2-7EA5-A6AA-5522-6D0C4F2E6018}"/>
              </a:ext>
            </a:extLst>
          </p:cNvPr>
          <p:cNvPicPr>
            <a:picLocks noChangeAspect="1"/>
          </p:cNvPicPr>
          <p:nvPr/>
        </p:nvPicPr>
        <p:blipFill>
          <a:blip r:embed="rId3"/>
          <a:stretch>
            <a:fillRect/>
          </a:stretch>
        </p:blipFill>
        <p:spPr>
          <a:xfrm>
            <a:off x="389008" y="942753"/>
            <a:ext cx="5733296" cy="3903035"/>
          </a:xfrm>
          <a:prstGeom prst="rect">
            <a:avLst/>
          </a:prstGeom>
        </p:spPr>
      </p:pic>
    </p:spTree>
    <p:extLst>
      <p:ext uri="{BB962C8B-B14F-4D97-AF65-F5344CB8AC3E}">
        <p14:creationId xmlns:p14="http://schemas.microsoft.com/office/powerpoint/2010/main" val="1083166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F436248D-5363-74ED-F639-2BA2107289E1}"/>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978CE606-BBAB-9F79-5110-B522CD6FA45F}"/>
              </a:ext>
            </a:extLst>
          </p:cNvPr>
          <p:cNvSpPr txBox="1">
            <a:spLocks noGrp="1"/>
          </p:cNvSpPr>
          <p:nvPr>
            <p:ph type="title"/>
          </p:nvPr>
        </p:nvSpPr>
        <p:spPr>
          <a:xfrm>
            <a:off x="389008" y="156772"/>
            <a:ext cx="6249917" cy="398060"/>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ts val="3300"/>
              <a:buFont typeface="Calibri"/>
              <a:buNone/>
            </a:pPr>
            <a:r>
              <a:rPr lang="fr" b="0" dirty="0"/>
              <a:t>Requête 7</a:t>
            </a:r>
            <a:endParaRPr dirty="0"/>
          </a:p>
        </p:txBody>
      </p:sp>
      <p:sp>
        <p:nvSpPr>
          <p:cNvPr id="342" name="Google Shape;342;p42">
            <a:extLst>
              <a:ext uri="{FF2B5EF4-FFF2-40B4-BE49-F238E27FC236}">
                <a16:creationId xmlns:a16="http://schemas.microsoft.com/office/drawing/2014/main" id="{7B595C7C-85B7-0CA9-03D6-0B93F5A54C84}"/>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98CFF1A7-F7DB-C5C8-FDA7-852F7BF39DD0}"/>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21</a:t>
            </a:fld>
            <a:endParaRPr/>
          </a:p>
        </p:txBody>
      </p:sp>
      <p:sp>
        <p:nvSpPr>
          <p:cNvPr id="344" name="Google Shape;344;p42">
            <a:extLst>
              <a:ext uri="{FF2B5EF4-FFF2-40B4-BE49-F238E27FC236}">
                <a16:creationId xmlns:a16="http://schemas.microsoft.com/office/drawing/2014/main" id="{C5933A3B-9903-3AF5-6CF6-97EB54FD44D2}"/>
              </a:ext>
            </a:extLst>
          </p:cNvPr>
          <p:cNvSpPr txBox="1">
            <a:spLocks noGrp="1"/>
          </p:cNvSpPr>
          <p:nvPr>
            <p:ph type="body" idx="1"/>
          </p:nvPr>
        </p:nvSpPr>
        <p:spPr>
          <a:xfrm>
            <a:off x="390523" y="554831"/>
            <a:ext cx="6978592"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Taux d’évolution du nombre de ventes entre le premier et le second</a:t>
            </a:r>
          </a:p>
          <a:p>
            <a:pPr marL="0" lvl="0" indent="0" algn="l" rtl="0">
              <a:lnSpc>
                <a:spcPct val="90000"/>
              </a:lnSpc>
              <a:spcBef>
                <a:spcPts val="0"/>
              </a:spcBef>
              <a:spcAft>
                <a:spcPts val="0"/>
              </a:spcAft>
              <a:buSzPts val="1500"/>
              <a:buNone/>
            </a:pPr>
            <a:r>
              <a:rPr lang="fr-FR" dirty="0"/>
              <a:t>trimestre de 2020</a:t>
            </a:r>
            <a:endParaRPr dirty="0"/>
          </a:p>
        </p:txBody>
      </p:sp>
      <p:sp>
        <p:nvSpPr>
          <p:cNvPr id="345" name="Google Shape;345;p42">
            <a:extLst>
              <a:ext uri="{FF2B5EF4-FFF2-40B4-BE49-F238E27FC236}">
                <a16:creationId xmlns:a16="http://schemas.microsoft.com/office/drawing/2014/main" id="{D987E7D5-5AD5-89CF-9C11-A87B3F8FF146}"/>
              </a:ext>
            </a:extLst>
          </p:cNvPr>
          <p:cNvSpPr txBox="1"/>
          <p:nvPr/>
        </p:nvSpPr>
        <p:spPr>
          <a:xfrm>
            <a:off x="389008" y="1066434"/>
            <a:ext cx="6978592" cy="2558501"/>
          </a:xfrm>
          <a:prstGeom prst="rect">
            <a:avLst/>
          </a:prstGeom>
          <a:noFill/>
          <a:ln>
            <a:noFill/>
          </a:ln>
        </p:spPr>
        <p:txBody>
          <a:bodyPr spcFirstLastPara="1" wrap="square" lIns="68575" tIns="34275" rIns="68575" bIns="34275" anchor="t" anchorCtr="0">
            <a:noAutofit/>
          </a:bodyPr>
          <a:lstStyle/>
          <a:p>
            <a:pPr marL="177800" marR="0" lvl="0" indent="-177800" algn="l" rtl="0">
              <a:lnSpc>
                <a:spcPct val="90000"/>
              </a:lnSpc>
              <a:spcBef>
                <a:spcPts val="0"/>
              </a:spcBef>
              <a:spcAft>
                <a:spcPts val="0"/>
              </a:spcAft>
              <a:buClr>
                <a:srgbClr val="2E7A40"/>
              </a:buClr>
              <a:buSzPts val="1800"/>
              <a:buFont typeface="Arial"/>
              <a:buChar char="•"/>
            </a:pPr>
            <a:r>
              <a:rPr lang="fr" sz="1800" b="0" i="0" u="none" strike="noStrike" cap="none" dirty="0">
                <a:solidFill>
                  <a:schemeClr val="dk1"/>
                </a:solidFill>
                <a:latin typeface="Calibri"/>
                <a:ea typeface="Calibri"/>
                <a:cs typeface="Calibri"/>
                <a:sym typeface="Calibri"/>
              </a:rPr>
              <a:t>Taux d’évolution de 3,6%.</a:t>
            </a:r>
            <a:endParaRPr sz="1800" b="0" i="0" u="none" strike="noStrike" cap="none" dirty="0">
              <a:solidFill>
                <a:schemeClr val="dk1"/>
              </a:solidFill>
              <a:latin typeface="Calibri"/>
              <a:ea typeface="Calibri"/>
              <a:cs typeface="Calibri"/>
              <a:sym typeface="Calibri"/>
            </a:endParaRPr>
          </a:p>
        </p:txBody>
      </p:sp>
      <p:pic>
        <p:nvPicPr>
          <p:cNvPr id="5" name="Image 4">
            <a:extLst>
              <a:ext uri="{FF2B5EF4-FFF2-40B4-BE49-F238E27FC236}">
                <a16:creationId xmlns:a16="http://schemas.microsoft.com/office/drawing/2014/main" id="{E330566F-2781-04D7-F497-3E2F3132B081}"/>
              </a:ext>
            </a:extLst>
          </p:cNvPr>
          <p:cNvPicPr>
            <a:picLocks noChangeAspect="1"/>
          </p:cNvPicPr>
          <p:nvPr/>
        </p:nvPicPr>
        <p:blipFill>
          <a:blip r:embed="rId3"/>
          <a:stretch>
            <a:fillRect/>
          </a:stretch>
        </p:blipFill>
        <p:spPr>
          <a:xfrm>
            <a:off x="4861920" y="881561"/>
            <a:ext cx="4053478" cy="3885702"/>
          </a:xfrm>
          <a:prstGeom prst="rect">
            <a:avLst/>
          </a:prstGeom>
        </p:spPr>
      </p:pic>
    </p:spTree>
    <p:extLst>
      <p:ext uri="{BB962C8B-B14F-4D97-AF65-F5344CB8AC3E}">
        <p14:creationId xmlns:p14="http://schemas.microsoft.com/office/powerpoint/2010/main" val="3191968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477BA7B9-9FCD-840C-880B-78E097F11312}"/>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9A0432C6-0569-0A30-F538-64323117450F}"/>
              </a:ext>
            </a:extLst>
          </p:cNvPr>
          <p:cNvSpPr txBox="1">
            <a:spLocks noGrp="1"/>
          </p:cNvSpPr>
          <p:nvPr>
            <p:ph type="title"/>
          </p:nvPr>
        </p:nvSpPr>
        <p:spPr>
          <a:xfrm>
            <a:off x="389008" y="156772"/>
            <a:ext cx="6249917" cy="398060"/>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ts val="3300"/>
              <a:buFont typeface="Calibri"/>
              <a:buNone/>
            </a:pPr>
            <a:r>
              <a:rPr lang="fr" b="0" dirty="0"/>
              <a:t>Requête 8</a:t>
            </a:r>
            <a:endParaRPr dirty="0"/>
          </a:p>
        </p:txBody>
      </p:sp>
      <p:sp>
        <p:nvSpPr>
          <p:cNvPr id="342" name="Google Shape;342;p42">
            <a:extLst>
              <a:ext uri="{FF2B5EF4-FFF2-40B4-BE49-F238E27FC236}">
                <a16:creationId xmlns:a16="http://schemas.microsoft.com/office/drawing/2014/main" id="{FFB3D88B-673B-F9F5-2897-6972D9FD9F1A}"/>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FAD88655-2AAE-2674-6CD6-58E4D22222A9}"/>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22</a:t>
            </a:fld>
            <a:endParaRPr/>
          </a:p>
        </p:txBody>
      </p:sp>
      <p:sp>
        <p:nvSpPr>
          <p:cNvPr id="344" name="Google Shape;344;p42">
            <a:extLst>
              <a:ext uri="{FF2B5EF4-FFF2-40B4-BE49-F238E27FC236}">
                <a16:creationId xmlns:a16="http://schemas.microsoft.com/office/drawing/2014/main" id="{52A72AB8-D753-7917-3F6B-1207F8A5DF7A}"/>
              </a:ext>
            </a:extLst>
          </p:cNvPr>
          <p:cNvSpPr txBox="1">
            <a:spLocks noGrp="1"/>
          </p:cNvSpPr>
          <p:nvPr>
            <p:ph type="body" idx="1"/>
          </p:nvPr>
        </p:nvSpPr>
        <p:spPr>
          <a:xfrm>
            <a:off x="389008" y="498901"/>
            <a:ext cx="8655755"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Le classement des régions par rapport au prix au mètre carré des appartement de plus de 4 pièces</a:t>
            </a:r>
            <a:endParaRPr dirty="0"/>
          </a:p>
        </p:txBody>
      </p:sp>
      <p:sp>
        <p:nvSpPr>
          <p:cNvPr id="345" name="Google Shape;345;p42">
            <a:extLst>
              <a:ext uri="{FF2B5EF4-FFF2-40B4-BE49-F238E27FC236}">
                <a16:creationId xmlns:a16="http://schemas.microsoft.com/office/drawing/2014/main" id="{BAE83B6F-E7C8-B71C-D0CF-EE1F0D8C0302}"/>
              </a:ext>
            </a:extLst>
          </p:cNvPr>
          <p:cNvSpPr txBox="1"/>
          <p:nvPr/>
        </p:nvSpPr>
        <p:spPr>
          <a:xfrm>
            <a:off x="390523" y="1552755"/>
            <a:ext cx="6978592" cy="3035914"/>
          </a:xfrm>
          <a:prstGeom prst="rect">
            <a:avLst/>
          </a:prstGeom>
          <a:noFill/>
          <a:ln>
            <a:noFill/>
          </a:ln>
        </p:spPr>
        <p:txBody>
          <a:bodyPr spcFirstLastPara="1" wrap="square" lIns="68575" tIns="34275" rIns="68575" bIns="34275" anchor="t" anchorCtr="0">
            <a:noAutofit/>
          </a:bodyPr>
          <a:lstStyle/>
          <a:p>
            <a:pPr marL="177800" marR="0" lvl="0" indent="-177800" algn="l" rtl="0">
              <a:lnSpc>
                <a:spcPct val="90000"/>
              </a:lnSpc>
              <a:spcBef>
                <a:spcPts val="0"/>
              </a:spcBef>
              <a:spcAft>
                <a:spcPts val="0"/>
              </a:spcAft>
              <a:buClr>
                <a:srgbClr val="2E7A40"/>
              </a:buClr>
              <a:buSzPts val="1800"/>
              <a:buFont typeface="Arial"/>
              <a:buChar char="•"/>
            </a:pPr>
            <a:r>
              <a:rPr lang="fr" sz="1800" b="0" i="0" u="none" strike="noStrike" cap="none" dirty="0">
                <a:solidFill>
                  <a:schemeClr val="dk1"/>
                </a:solidFill>
                <a:latin typeface="Calibri"/>
                <a:ea typeface="Calibri"/>
                <a:cs typeface="Calibri"/>
                <a:sym typeface="Calibri"/>
              </a:rPr>
              <a:t>Lorem ipsum</a:t>
            </a:r>
            <a:endParaRPr sz="1800" b="0" i="0" u="none" strike="noStrike" cap="none" dirty="0">
              <a:solidFill>
                <a:schemeClr val="dk1"/>
              </a:solidFill>
              <a:latin typeface="Calibri"/>
              <a:ea typeface="Calibri"/>
              <a:cs typeface="Calibri"/>
              <a:sym typeface="Calibri"/>
            </a:endParaRPr>
          </a:p>
        </p:txBody>
      </p:sp>
      <p:pic>
        <p:nvPicPr>
          <p:cNvPr id="3" name="Image 2">
            <a:extLst>
              <a:ext uri="{FF2B5EF4-FFF2-40B4-BE49-F238E27FC236}">
                <a16:creationId xmlns:a16="http://schemas.microsoft.com/office/drawing/2014/main" id="{39CC9794-9DDD-D695-28EC-E01FAAB9A8FE}"/>
              </a:ext>
            </a:extLst>
          </p:cNvPr>
          <p:cNvPicPr>
            <a:picLocks noChangeAspect="1"/>
          </p:cNvPicPr>
          <p:nvPr/>
        </p:nvPicPr>
        <p:blipFill>
          <a:blip r:embed="rId3"/>
          <a:stretch>
            <a:fillRect/>
          </a:stretch>
        </p:blipFill>
        <p:spPr>
          <a:xfrm>
            <a:off x="379221" y="770298"/>
            <a:ext cx="4192779" cy="4182240"/>
          </a:xfrm>
          <a:prstGeom prst="rect">
            <a:avLst/>
          </a:prstGeom>
        </p:spPr>
      </p:pic>
    </p:spTree>
    <p:extLst>
      <p:ext uri="{BB962C8B-B14F-4D97-AF65-F5344CB8AC3E}">
        <p14:creationId xmlns:p14="http://schemas.microsoft.com/office/powerpoint/2010/main" val="2757583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5542F67E-6F56-A5F9-DFEF-921FAB69934E}"/>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7278C381-206C-35ED-9D14-D4B620A0DBB2}"/>
              </a:ext>
            </a:extLst>
          </p:cNvPr>
          <p:cNvSpPr txBox="1">
            <a:spLocks noGrp="1"/>
          </p:cNvSpPr>
          <p:nvPr>
            <p:ph type="title"/>
          </p:nvPr>
        </p:nvSpPr>
        <p:spPr>
          <a:xfrm>
            <a:off x="389008" y="156772"/>
            <a:ext cx="6249917" cy="218912"/>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ts val="3300"/>
              <a:buFont typeface="Calibri"/>
              <a:buNone/>
            </a:pPr>
            <a:r>
              <a:rPr lang="fr" b="0" dirty="0"/>
              <a:t>Requête 9</a:t>
            </a:r>
            <a:endParaRPr dirty="0"/>
          </a:p>
        </p:txBody>
      </p:sp>
      <p:sp>
        <p:nvSpPr>
          <p:cNvPr id="342" name="Google Shape;342;p42">
            <a:extLst>
              <a:ext uri="{FF2B5EF4-FFF2-40B4-BE49-F238E27FC236}">
                <a16:creationId xmlns:a16="http://schemas.microsoft.com/office/drawing/2014/main" id="{71C0C20B-5174-F038-3E22-B5D18C071EA8}"/>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6D55359E-102E-8F47-641D-CD155C9A5890}"/>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23</a:t>
            </a:fld>
            <a:endParaRPr/>
          </a:p>
        </p:txBody>
      </p:sp>
      <p:sp>
        <p:nvSpPr>
          <p:cNvPr id="344" name="Google Shape;344;p42">
            <a:extLst>
              <a:ext uri="{FF2B5EF4-FFF2-40B4-BE49-F238E27FC236}">
                <a16:creationId xmlns:a16="http://schemas.microsoft.com/office/drawing/2014/main" id="{15EFCD7F-CB11-D73F-AF61-4610F1392033}"/>
              </a:ext>
            </a:extLst>
          </p:cNvPr>
          <p:cNvSpPr txBox="1">
            <a:spLocks noGrp="1"/>
          </p:cNvSpPr>
          <p:nvPr>
            <p:ph type="body" idx="1"/>
          </p:nvPr>
        </p:nvSpPr>
        <p:spPr>
          <a:xfrm>
            <a:off x="389008" y="322822"/>
            <a:ext cx="5526447" cy="273844"/>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Liste des communes ayant eu au moins 50 ventes au 1er trimestre</a:t>
            </a:r>
            <a:endParaRPr dirty="0"/>
          </a:p>
        </p:txBody>
      </p:sp>
      <p:pic>
        <p:nvPicPr>
          <p:cNvPr id="3" name="Image 2">
            <a:extLst>
              <a:ext uri="{FF2B5EF4-FFF2-40B4-BE49-F238E27FC236}">
                <a16:creationId xmlns:a16="http://schemas.microsoft.com/office/drawing/2014/main" id="{9C30A865-8786-8275-AABF-245667ADA505}"/>
              </a:ext>
            </a:extLst>
          </p:cNvPr>
          <p:cNvPicPr>
            <a:picLocks noChangeAspect="1"/>
          </p:cNvPicPr>
          <p:nvPr/>
        </p:nvPicPr>
        <p:blipFill>
          <a:blip r:embed="rId3"/>
          <a:stretch>
            <a:fillRect/>
          </a:stretch>
        </p:blipFill>
        <p:spPr>
          <a:xfrm>
            <a:off x="332301" y="596666"/>
            <a:ext cx="4638879" cy="4317860"/>
          </a:xfrm>
          <a:prstGeom prst="rect">
            <a:avLst/>
          </a:prstGeom>
        </p:spPr>
      </p:pic>
    </p:spTree>
    <p:extLst>
      <p:ext uri="{BB962C8B-B14F-4D97-AF65-F5344CB8AC3E}">
        <p14:creationId xmlns:p14="http://schemas.microsoft.com/office/powerpoint/2010/main" val="768448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59BDC7EA-DA60-CD23-B123-A49209032AB8}"/>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A863BEFF-367F-B7FE-1F94-6D082F07DB2D}"/>
              </a:ext>
            </a:extLst>
          </p:cNvPr>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 b="0" dirty="0"/>
              <a:t>Requête 10</a:t>
            </a:r>
            <a:endParaRPr dirty="0"/>
          </a:p>
        </p:txBody>
      </p:sp>
      <p:sp>
        <p:nvSpPr>
          <p:cNvPr id="342" name="Google Shape;342;p42">
            <a:extLst>
              <a:ext uri="{FF2B5EF4-FFF2-40B4-BE49-F238E27FC236}">
                <a16:creationId xmlns:a16="http://schemas.microsoft.com/office/drawing/2014/main" id="{C778A6FE-65CA-4B99-7392-4FD8EED513FB}"/>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5AE1FA94-CC94-5EDA-6D57-80971B0C18A8}"/>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24</a:t>
            </a:fld>
            <a:endParaRPr/>
          </a:p>
        </p:txBody>
      </p:sp>
      <p:sp>
        <p:nvSpPr>
          <p:cNvPr id="344" name="Google Shape;344;p42">
            <a:extLst>
              <a:ext uri="{FF2B5EF4-FFF2-40B4-BE49-F238E27FC236}">
                <a16:creationId xmlns:a16="http://schemas.microsoft.com/office/drawing/2014/main" id="{4DD3A0EC-E9D0-FB92-1FC9-55EC663CB63B}"/>
              </a:ext>
            </a:extLst>
          </p:cNvPr>
          <p:cNvSpPr txBox="1">
            <a:spLocks noGrp="1"/>
          </p:cNvSpPr>
          <p:nvPr>
            <p:ph type="body" idx="1"/>
          </p:nvPr>
        </p:nvSpPr>
        <p:spPr>
          <a:xfrm>
            <a:off x="390370" y="1032699"/>
            <a:ext cx="5526447"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Différence en pourcentage du prix au mètre carré entre un appartement de 2 pièces et un appartement de 3 pièces. </a:t>
            </a:r>
            <a:endParaRPr dirty="0"/>
          </a:p>
        </p:txBody>
      </p:sp>
      <p:sp>
        <p:nvSpPr>
          <p:cNvPr id="345" name="Google Shape;345;p42">
            <a:extLst>
              <a:ext uri="{FF2B5EF4-FFF2-40B4-BE49-F238E27FC236}">
                <a16:creationId xmlns:a16="http://schemas.microsoft.com/office/drawing/2014/main" id="{9F3CA744-A109-D3E5-997C-150C1AA9D43A}"/>
              </a:ext>
            </a:extLst>
          </p:cNvPr>
          <p:cNvSpPr txBox="1"/>
          <p:nvPr/>
        </p:nvSpPr>
        <p:spPr>
          <a:xfrm>
            <a:off x="390523" y="1552755"/>
            <a:ext cx="6978592" cy="3035914"/>
          </a:xfrm>
          <a:prstGeom prst="rect">
            <a:avLst/>
          </a:prstGeom>
          <a:noFill/>
          <a:ln>
            <a:noFill/>
          </a:ln>
        </p:spPr>
        <p:txBody>
          <a:bodyPr spcFirstLastPara="1" wrap="square" lIns="68575" tIns="34275" rIns="68575" bIns="34275" anchor="t" anchorCtr="0">
            <a:noAutofit/>
          </a:bodyPr>
          <a:lstStyle/>
          <a:p>
            <a:pPr marL="177800" marR="0" lvl="0" indent="-177800" algn="l" rtl="0">
              <a:lnSpc>
                <a:spcPct val="90000"/>
              </a:lnSpc>
              <a:spcBef>
                <a:spcPts val="0"/>
              </a:spcBef>
              <a:spcAft>
                <a:spcPts val="0"/>
              </a:spcAft>
              <a:buClr>
                <a:srgbClr val="2E7A40"/>
              </a:buClr>
              <a:buSzPts val="1800"/>
              <a:buFont typeface="Arial"/>
              <a:buChar char="•"/>
            </a:pPr>
            <a:r>
              <a:rPr lang="fr" sz="1800" b="0" i="0" u="none" strike="noStrike" cap="none" dirty="0">
                <a:solidFill>
                  <a:schemeClr val="dk1"/>
                </a:solidFill>
                <a:latin typeface="Calibri"/>
                <a:ea typeface="Calibri"/>
                <a:cs typeface="Calibri"/>
                <a:sym typeface="Calibri"/>
              </a:rPr>
              <a:t>La différence est de 12,7%.</a:t>
            </a:r>
            <a:endParaRPr sz="1800" b="0" i="0" u="none" strike="noStrike" cap="none" dirty="0">
              <a:solidFill>
                <a:schemeClr val="dk1"/>
              </a:solidFill>
              <a:latin typeface="Calibri"/>
              <a:ea typeface="Calibri"/>
              <a:cs typeface="Calibri"/>
              <a:sym typeface="Calibri"/>
            </a:endParaRPr>
          </a:p>
        </p:txBody>
      </p:sp>
      <p:pic>
        <p:nvPicPr>
          <p:cNvPr id="3" name="Image 2">
            <a:extLst>
              <a:ext uri="{FF2B5EF4-FFF2-40B4-BE49-F238E27FC236}">
                <a16:creationId xmlns:a16="http://schemas.microsoft.com/office/drawing/2014/main" id="{D6BB9FAE-9E6B-B527-8416-35671728746B}"/>
              </a:ext>
            </a:extLst>
          </p:cNvPr>
          <p:cNvPicPr>
            <a:picLocks noChangeAspect="1"/>
          </p:cNvPicPr>
          <p:nvPr/>
        </p:nvPicPr>
        <p:blipFill>
          <a:blip r:embed="rId3"/>
          <a:stretch>
            <a:fillRect/>
          </a:stretch>
        </p:blipFill>
        <p:spPr>
          <a:xfrm>
            <a:off x="3459125" y="1552755"/>
            <a:ext cx="5534226" cy="2805393"/>
          </a:xfrm>
          <a:prstGeom prst="rect">
            <a:avLst/>
          </a:prstGeom>
        </p:spPr>
      </p:pic>
    </p:spTree>
    <p:extLst>
      <p:ext uri="{BB962C8B-B14F-4D97-AF65-F5344CB8AC3E}">
        <p14:creationId xmlns:p14="http://schemas.microsoft.com/office/powerpoint/2010/main" val="2708678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DD5F28E9-7F8D-D4A0-6123-2EC91254829F}"/>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4F74E6EB-31A8-A9B9-B622-89973CEAA0A6}"/>
              </a:ext>
            </a:extLst>
          </p:cNvPr>
          <p:cNvSpPr txBox="1">
            <a:spLocks noGrp="1"/>
          </p:cNvSpPr>
          <p:nvPr>
            <p:ph type="title"/>
          </p:nvPr>
        </p:nvSpPr>
        <p:spPr>
          <a:xfrm>
            <a:off x="389008" y="156772"/>
            <a:ext cx="6249917" cy="398060"/>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ts val="3300"/>
              <a:buFont typeface="Calibri"/>
              <a:buNone/>
            </a:pPr>
            <a:r>
              <a:rPr lang="fr" b="0" dirty="0"/>
              <a:t>Requête 11</a:t>
            </a:r>
            <a:endParaRPr dirty="0"/>
          </a:p>
        </p:txBody>
      </p:sp>
      <p:sp>
        <p:nvSpPr>
          <p:cNvPr id="342" name="Google Shape;342;p42">
            <a:extLst>
              <a:ext uri="{FF2B5EF4-FFF2-40B4-BE49-F238E27FC236}">
                <a16:creationId xmlns:a16="http://schemas.microsoft.com/office/drawing/2014/main" id="{48A0DAB0-FEC0-36B8-8BFB-F9FB95E05C88}"/>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4AE3D8D9-EE69-F86C-0605-A7AA2D173305}"/>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25</a:t>
            </a:fld>
            <a:endParaRPr/>
          </a:p>
        </p:txBody>
      </p:sp>
      <p:sp>
        <p:nvSpPr>
          <p:cNvPr id="344" name="Google Shape;344;p42">
            <a:extLst>
              <a:ext uri="{FF2B5EF4-FFF2-40B4-BE49-F238E27FC236}">
                <a16:creationId xmlns:a16="http://schemas.microsoft.com/office/drawing/2014/main" id="{C2D9F79F-E8A7-C53A-A83B-151F01577285}"/>
              </a:ext>
            </a:extLst>
          </p:cNvPr>
          <p:cNvSpPr txBox="1">
            <a:spLocks noGrp="1"/>
          </p:cNvSpPr>
          <p:nvPr>
            <p:ph type="body" idx="1"/>
          </p:nvPr>
        </p:nvSpPr>
        <p:spPr>
          <a:xfrm>
            <a:off x="389008" y="554831"/>
            <a:ext cx="8455918"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Les moyennes de valeurs foncières pour le top 3 des communes des départements 6, 13, 33, 59 et 69. </a:t>
            </a:r>
            <a:endParaRPr dirty="0"/>
          </a:p>
        </p:txBody>
      </p:sp>
      <p:sp>
        <p:nvSpPr>
          <p:cNvPr id="345" name="Google Shape;345;p42">
            <a:extLst>
              <a:ext uri="{FF2B5EF4-FFF2-40B4-BE49-F238E27FC236}">
                <a16:creationId xmlns:a16="http://schemas.microsoft.com/office/drawing/2014/main" id="{5DEBE215-9DB7-3F6B-AAC3-F250CA88C0EE}"/>
              </a:ext>
            </a:extLst>
          </p:cNvPr>
          <p:cNvSpPr txBox="1"/>
          <p:nvPr/>
        </p:nvSpPr>
        <p:spPr>
          <a:xfrm>
            <a:off x="390523" y="1552755"/>
            <a:ext cx="6978592" cy="3035914"/>
          </a:xfrm>
          <a:prstGeom prst="rect">
            <a:avLst/>
          </a:prstGeom>
          <a:noFill/>
          <a:ln>
            <a:noFill/>
          </a:ln>
        </p:spPr>
        <p:txBody>
          <a:bodyPr spcFirstLastPara="1" wrap="square" lIns="68575" tIns="34275" rIns="68575" bIns="34275" anchor="t" anchorCtr="0">
            <a:noAutofit/>
          </a:bodyPr>
          <a:lstStyle/>
          <a:p>
            <a:pPr marL="177800" marR="0" lvl="0" indent="-177800" algn="l" rtl="0">
              <a:lnSpc>
                <a:spcPct val="90000"/>
              </a:lnSpc>
              <a:spcBef>
                <a:spcPts val="0"/>
              </a:spcBef>
              <a:spcAft>
                <a:spcPts val="0"/>
              </a:spcAft>
              <a:buClr>
                <a:srgbClr val="2E7A40"/>
              </a:buClr>
              <a:buSzPts val="1800"/>
              <a:buFont typeface="Arial"/>
              <a:buChar char="•"/>
            </a:pPr>
            <a:r>
              <a:rPr lang="fr" sz="1800" b="0" i="0" u="none" strike="noStrike" cap="none" dirty="0">
                <a:solidFill>
                  <a:schemeClr val="dk1"/>
                </a:solidFill>
                <a:latin typeface="Calibri"/>
                <a:ea typeface="Calibri"/>
                <a:cs typeface="Calibri"/>
                <a:sym typeface="Calibri"/>
              </a:rPr>
              <a:t>Lorem ipsum</a:t>
            </a:r>
            <a:endParaRPr sz="1800" b="0" i="0" u="none" strike="noStrike" cap="none" dirty="0">
              <a:solidFill>
                <a:schemeClr val="dk1"/>
              </a:solidFill>
              <a:latin typeface="Calibri"/>
              <a:ea typeface="Calibri"/>
              <a:cs typeface="Calibri"/>
              <a:sym typeface="Calibri"/>
            </a:endParaRPr>
          </a:p>
        </p:txBody>
      </p:sp>
      <p:pic>
        <p:nvPicPr>
          <p:cNvPr id="3" name="Image 2">
            <a:extLst>
              <a:ext uri="{FF2B5EF4-FFF2-40B4-BE49-F238E27FC236}">
                <a16:creationId xmlns:a16="http://schemas.microsoft.com/office/drawing/2014/main" id="{5818C755-9D95-A1F0-A9D3-7F242B325289}"/>
              </a:ext>
            </a:extLst>
          </p:cNvPr>
          <p:cNvPicPr>
            <a:picLocks noChangeAspect="1"/>
          </p:cNvPicPr>
          <p:nvPr/>
        </p:nvPicPr>
        <p:blipFill>
          <a:blip r:embed="rId3"/>
          <a:stretch>
            <a:fillRect/>
          </a:stretch>
        </p:blipFill>
        <p:spPr>
          <a:xfrm>
            <a:off x="389008" y="878982"/>
            <a:ext cx="5621932" cy="4264518"/>
          </a:xfrm>
          <a:prstGeom prst="rect">
            <a:avLst/>
          </a:prstGeom>
        </p:spPr>
      </p:pic>
    </p:spTree>
    <p:extLst>
      <p:ext uri="{BB962C8B-B14F-4D97-AF65-F5344CB8AC3E}">
        <p14:creationId xmlns:p14="http://schemas.microsoft.com/office/powerpoint/2010/main" val="442047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6B8959AF-3B56-56B3-C8E1-48CF212D5E9C}"/>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DC5293C9-9288-ED9C-527E-6894ACCDB3EC}"/>
              </a:ext>
            </a:extLst>
          </p:cNvPr>
          <p:cNvSpPr txBox="1">
            <a:spLocks noGrp="1"/>
          </p:cNvSpPr>
          <p:nvPr>
            <p:ph type="title"/>
          </p:nvPr>
        </p:nvSpPr>
        <p:spPr>
          <a:xfrm>
            <a:off x="389008" y="156771"/>
            <a:ext cx="6249917" cy="339415"/>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ts val="3300"/>
              <a:buFont typeface="Calibri"/>
              <a:buNone/>
            </a:pPr>
            <a:r>
              <a:rPr lang="fr" b="0" dirty="0"/>
              <a:t>Requête 12</a:t>
            </a:r>
            <a:endParaRPr dirty="0"/>
          </a:p>
        </p:txBody>
      </p:sp>
      <p:sp>
        <p:nvSpPr>
          <p:cNvPr id="342" name="Google Shape;342;p42">
            <a:extLst>
              <a:ext uri="{FF2B5EF4-FFF2-40B4-BE49-F238E27FC236}">
                <a16:creationId xmlns:a16="http://schemas.microsoft.com/office/drawing/2014/main" id="{F6B03454-B6BE-B875-6D62-12B8945628B5}"/>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330D8F81-EF38-16C7-8B08-B7C16D2FB65A}"/>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26</a:t>
            </a:fld>
            <a:endParaRPr/>
          </a:p>
        </p:txBody>
      </p:sp>
      <p:sp>
        <p:nvSpPr>
          <p:cNvPr id="344" name="Google Shape;344;p42">
            <a:extLst>
              <a:ext uri="{FF2B5EF4-FFF2-40B4-BE49-F238E27FC236}">
                <a16:creationId xmlns:a16="http://schemas.microsoft.com/office/drawing/2014/main" id="{4C5B3EDF-D926-2109-5246-88CD5344B902}"/>
              </a:ext>
            </a:extLst>
          </p:cNvPr>
          <p:cNvSpPr txBox="1">
            <a:spLocks noGrp="1"/>
          </p:cNvSpPr>
          <p:nvPr>
            <p:ph type="body" idx="1"/>
          </p:nvPr>
        </p:nvSpPr>
        <p:spPr>
          <a:xfrm>
            <a:off x="389008" y="496186"/>
            <a:ext cx="8080235"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Les 20 communes avec le plus de transactions pour 1000 habitants pour les communes qui dépassent les 10 000 habitants.</a:t>
            </a:r>
            <a:endParaRPr dirty="0"/>
          </a:p>
        </p:txBody>
      </p:sp>
      <p:sp>
        <p:nvSpPr>
          <p:cNvPr id="345" name="Google Shape;345;p42">
            <a:extLst>
              <a:ext uri="{FF2B5EF4-FFF2-40B4-BE49-F238E27FC236}">
                <a16:creationId xmlns:a16="http://schemas.microsoft.com/office/drawing/2014/main" id="{026EBB90-655C-EDF3-39FC-7827B1B12E76}"/>
              </a:ext>
            </a:extLst>
          </p:cNvPr>
          <p:cNvSpPr txBox="1"/>
          <p:nvPr/>
        </p:nvSpPr>
        <p:spPr>
          <a:xfrm>
            <a:off x="390523" y="1552755"/>
            <a:ext cx="6978592" cy="3035914"/>
          </a:xfrm>
          <a:prstGeom prst="rect">
            <a:avLst/>
          </a:prstGeom>
          <a:noFill/>
          <a:ln>
            <a:noFill/>
          </a:ln>
        </p:spPr>
        <p:txBody>
          <a:bodyPr spcFirstLastPara="1" wrap="square" lIns="68575" tIns="34275" rIns="68575" bIns="34275" anchor="t" anchorCtr="0">
            <a:noAutofit/>
          </a:bodyPr>
          <a:lstStyle/>
          <a:p>
            <a:pPr marL="177800" marR="0" lvl="0" indent="-177800" algn="l" rtl="0">
              <a:lnSpc>
                <a:spcPct val="90000"/>
              </a:lnSpc>
              <a:spcBef>
                <a:spcPts val="0"/>
              </a:spcBef>
              <a:spcAft>
                <a:spcPts val="0"/>
              </a:spcAft>
              <a:buClr>
                <a:srgbClr val="2E7A40"/>
              </a:buClr>
              <a:buSzPts val="1800"/>
              <a:buFont typeface="Arial"/>
              <a:buChar char="•"/>
            </a:pPr>
            <a:r>
              <a:rPr lang="fr" sz="1800" b="0" i="0" u="none" strike="noStrike" cap="none" dirty="0">
                <a:solidFill>
                  <a:schemeClr val="dk1"/>
                </a:solidFill>
                <a:latin typeface="Calibri"/>
                <a:ea typeface="Calibri"/>
                <a:cs typeface="Calibri"/>
                <a:sym typeface="Calibri"/>
              </a:rPr>
              <a:t>Lorem ipsum</a:t>
            </a:r>
            <a:endParaRPr sz="1800" b="0" i="0" u="none" strike="noStrike" cap="none" dirty="0">
              <a:solidFill>
                <a:schemeClr val="dk1"/>
              </a:solidFill>
              <a:latin typeface="Calibri"/>
              <a:ea typeface="Calibri"/>
              <a:cs typeface="Calibri"/>
              <a:sym typeface="Calibri"/>
            </a:endParaRPr>
          </a:p>
        </p:txBody>
      </p:sp>
      <p:pic>
        <p:nvPicPr>
          <p:cNvPr id="3" name="Image 2">
            <a:extLst>
              <a:ext uri="{FF2B5EF4-FFF2-40B4-BE49-F238E27FC236}">
                <a16:creationId xmlns:a16="http://schemas.microsoft.com/office/drawing/2014/main" id="{677D874D-38CC-2F1D-932F-FADA8C251586}"/>
              </a:ext>
            </a:extLst>
          </p:cNvPr>
          <p:cNvPicPr>
            <a:picLocks noChangeAspect="1"/>
          </p:cNvPicPr>
          <p:nvPr/>
        </p:nvPicPr>
        <p:blipFill>
          <a:blip r:embed="rId3"/>
          <a:stretch>
            <a:fillRect/>
          </a:stretch>
        </p:blipFill>
        <p:spPr>
          <a:xfrm>
            <a:off x="253897" y="948742"/>
            <a:ext cx="5102538" cy="4194758"/>
          </a:xfrm>
          <a:prstGeom prst="rect">
            <a:avLst/>
          </a:prstGeom>
        </p:spPr>
      </p:pic>
    </p:spTree>
    <p:extLst>
      <p:ext uri="{BB962C8B-B14F-4D97-AF65-F5344CB8AC3E}">
        <p14:creationId xmlns:p14="http://schemas.microsoft.com/office/powerpoint/2010/main" val="919643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351" name="Google Shape;351;p43" title="Image de bâtiment"/>
          <p:cNvPicPr preferRelativeResize="0">
            <a:picLocks noGrp="1"/>
          </p:cNvPicPr>
          <p:nvPr>
            <p:ph type="pic" idx="2"/>
          </p:nvPr>
        </p:nvPicPr>
        <p:blipFill rotWithShape="1">
          <a:blip r:embed="rId3">
            <a:alphaModFix/>
          </a:blip>
          <a:srcRect l="20784" r="20784"/>
          <a:stretch/>
        </p:blipFill>
        <p:spPr>
          <a:xfrm>
            <a:off x="1262549" y="645708"/>
            <a:ext cx="3321392" cy="3852817"/>
          </a:xfrm>
          <a:prstGeom prst="rect">
            <a:avLst/>
          </a:prstGeom>
          <a:noFill/>
          <a:ln>
            <a:noFill/>
          </a:ln>
        </p:spPr>
      </p:pic>
      <p:sp>
        <p:nvSpPr>
          <p:cNvPr id="352" name="Google Shape;352;p43" descr="Hexagone de couleur foncée unie au milieu d’accentuation d’image"/>
          <p:cNvSpPr/>
          <p:nvPr/>
        </p:nvSpPr>
        <p:spPr>
          <a:xfrm rot="-5400000">
            <a:off x="2009777" y="1791686"/>
            <a:ext cx="1809749" cy="1560129"/>
          </a:xfrm>
          <a:prstGeom prst="hexagon">
            <a:avLst>
              <a:gd name="adj" fmla="val 25000"/>
              <a:gd name="vf" fmla="val 115470"/>
            </a:avLst>
          </a:prstGeom>
          <a:solidFill>
            <a:schemeClr val="dk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353" name="Google Shape;353;p43"/>
          <p:cNvSpPr txBox="1">
            <a:spLocks noGrp="1"/>
          </p:cNvSpPr>
          <p:nvPr>
            <p:ph type="ctrTitle"/>
          </p:nvPr>
        </p:nvSpPr>
        <p:spPr>
          <a:xfrm>
            <a:off x="4781791" y="1504563"/>
            <a:ext cx="3640180" cy="1212189"/>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200"/>
              <a:buFont typeface="Calibri"/>
              <a:buNone/>
            </a:pPr>
            <a:r>
              <a:rPr lang="fr"/>
              <a:t>Merci !</a:t>
            </a:r>
            <a:endParaRPr/>
          </a:p>
        </p:txBody>
      </p:sp>
      <p:pic>
        <p:nvPicPr>
          <p:cNvPr id="354" name="Google Shape;354;p43" descr="https://lh5.googleusercontent.com/TcdnvzxQ7ulQo8GiFwfIKujloK6EfAJv7ikP-EvnfdTVQnROS3WXw6XSx9Cpd73e_l7GCUAnbxroB-qlzG2fvYdCyl-Y5QZ95MpiD-GfDN-4taJyHRqsr3vOZzc3ONTBu52b0HIdUOMeHvdHiA_5tD0"/>
          <p:cNvPicPr preferRelativeResize="0"/>
          <p:nvPr/>
        </p:nvPicPr>
        <p:blipFill rotWithShape="1">
          <a:blip r:embed="rId4">
            <a:alphaModFix/>
          </a:blip>
          <a:srcRect l="11387" t="12667" r="63940" b="13973"/>
          <a:stretch/>
        </p:blipFill>
        <p:spPr>
          <a:xfrm>
            <a:off x="1980103" y="1578297"/>
            <a:ext cx="1801842" cy="1779869"/>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816</Words>
  <Application>Microsoft Office PowerPoint</Application>
  <PresentationFormat>Affichage à l'écran (16:9)</PresentationFormat>
  <Paragraphs>144</Paragraphs>
  <Slides>27</Slides>
  <Notes>27</Notes>
  <HiddenSlides>0</HiddenSlides>
  <MMClips>0</MMClips>
  <ScaleCrop>false</ScaleCrop>
  <HeadingPairs>
    <vt:vector size="6" baseType="variant">
      <vt:variant>
        <vt:lpstr>Polices utilisées</vt:lpstr>
      </vt:variant>
      <vt:variant>
        <vt:i4>3</vt:i4>
      </vt:variant>
      <vt:variant>
        <vt:lpstr>Thème</vt:lpstr>
      </vt:variant>
      <vt:variant>
        <vt:i4>2</vt:i4>
      </vt:variant>
      <vt:variant>
        <vt:lpstr>Titres des diapositives</vt:lpstr>
      </vt:variant>
      <vt:variant>
        <vt:i4>27</vt:i4>
      </vt:variant>
    </vt:vector>
  </HeadingPairs>
  <TitlesOfParts>
    <vt:vector size="32" baseType="lpstr">
      <vt:lpstr>Arial</vt:lpstr>
      <vt:lpstr>Arial Black</vt:lpstr>
      <vt:lpstr>Calibri</vt:lpstr>
      <vt:lpstr>Simple Light</vt:lpstr>
      <vt:lpstr>Thème Office</vt:lpstr>
      <vt:lpstr>Création et utilisation de la base de données</vt:lpstr>
      <vt:lpstr>Contexte du projet</vt:lpstr>
      <vt:lpstr>La stratégie de sauvegarde et la conformité RGPD</vt:lpstr>
      <vt:lpstr>Les données initiales</vt:lpstr>
      <vt:lpstr>L’extrait du dictionnaire des données</vt:lpstr>
      <vt:lpstr>L’extrait du dictionnaire des données</vt:lpstr>
      <vt:lpstr>Le schéma relationnel normalisé</vt:lpstr>
      <vt:lpstr>La base de données avec les tables créées et les données chargées</vt:lpstr>
      <vt:lpstr>La base de données avec les tables créées et les données chargées</vt:lpstr>
      <vt:lpstr>Les requêtes ou screenshot qui permettent de démontrer le bon chargement des données</vt:lpstr>
      <vt:lpstr>Les requêtes ou screenshot qui permettent de démontrer le bon chargement des données</vt:lpstr>
      <vt:lpstr>Les requêtes ou screenshot qui permettent de démontrer le bon chargement des données</vt:lpstr>
      <vt:lpstr>Les requêtes ou screenshot qui permettent de démontrer le bon chargement des données</vt:lpstr>
      <vt:lpstr>Requêtes SQL et résultats</vt:lpstr>
      <vt:lpstr>Requête 1</vt:lpstr>
      <vt:lpstr>Requête 2</vt:lpstr>
      <vt:lpstr>Requête 3</vt:lpstr>
      <vt:lpstr>Requête 4</vt:lpstr>
      <vt:lpstr>Requête 5</vt:lpstr>
      <vt:lpstr>Requête 6</vt:lpstr>
      <vt:lpstr>Requête 7</vt:lpstr>
      <vt:lpstr>Requête 8</vt:lpstr>
      <vt:lpstr>Requête 9</vt:lpstr>
      <vt:lpstr>Requête 10</vt:lpstr>
      <vt:lpstr>Requête 11</vt:lpstr>
      <vt:lpstr>Requête 12</vt:lpstr>
      <vt:lpstr>Merci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Kévin Papama</cp:lastModifiedBy>
  <cp:revision>14</cp:revision>
  <dcterms:modified xsi:type="dcterms:W3CDTF">2025-03-21T16:57:58Z</dcterms:modified>
</cp:coreProperties>
</file>